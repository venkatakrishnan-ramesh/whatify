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354" r:id="rId3"/>
    <p:sldId id="357" r:id="rId4"/>
    <p:sldId id="350" r:id="rId5"/>
    <p:sldId id="358" r:id="rId6"/>
    <p:sldId id="362" r:id="rId7"/>
    <p:sldId id="360" r:id="rId8"/>
    <p:sldId id="363" r:id="rId9"/>
    <p:sldId id="361" r:id="rId10"/>
    <p:sldId id="364" r:id="rId11"/>
  </p:sldIdLst>
  <p:sldSz cx="9144000" cy="5143500" type="screen16x9"/>
  <p:notesSz cx="6858000" cy="9144000"/>
  <p:embeddedFontLst>
    <p:embeddedFont>
      <p:font typeface="Arial Rounded MT Bold" panose="020F0704030504030204" pitchFamily="34" charset="0"/>
      <p:regular r:id="rId13"/>
    </p:embeddedFon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Oswald" panose="00000500000000000000" pitchFamily="2" charset="0"/>
      <p:regular r:id="rId22"/>
      <p:bold r:id="rId23"/>
    </p:embeddedFont>
    <p:embeddedFont>
      <p:font typeface="Raleway" pitchFamily="2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Segoe UI" panose="020B0502040204020203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2ED1B6-11B5-2F17-7B00-09E7A7E47242}" v="130" dt="2022-03-09T08:39:26.088"/>
    <p1510:client id="{57EDF580-10B7-55CC-6766-8E7F11C4929C}" v="73" dt="2022-04-14T17:53:31.563"/>
    <p1510:client id="{A7B8ADB4-EAA8-A3FE-1FAF-8C133FFC126D}" v="338" dt="2022-04-14T17:29:38.482"/>
    <p1510:client id="{FEBDB2BB-167B-5236-C58A-4D599109CAB6}" v="78" dt="2022-03-08T16:58:03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tableStyles" Target="tableStyles.xml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font" Target="fonts/font2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342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8293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903413"/>
            <a:ext cx="4079700" cy="26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00588"/>
            <a:ext cx="2350500" cy="7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 panose="020000000000000000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216900" y="165332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72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/>
          </p:nvPr>
        </p:nvSpPr>
        <p:spPr>
          <a:xfrm>
            <a:off x="3216900" y="2879675"/>
            <a:ext cx="2622000" cy="6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15" name="Google Shape;15;p3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162060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162065" y="2821334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1836640" y="2821334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 idx="3"/>
          </p:nvPr>
        </p:nvSpPr>
        <p:spPr>
          <a:xfrm>
            <a:off x="1836635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2" name="Google Shape;42;p5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43" name="Google Shape;43;p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49" name="Google Shape;49;p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54;p5"/>
          <p:cNvGrpSpPr/>
          <p:nvPr/>
        </p:nvGrpSpPr>
        <p:grpSpPr>
          <a:xfrm>
            <a:off x="4524300" y="1242225"/>
            <a:ext cx="95400" cy="3116250"/>
            <a:chOff x="4524300" y="1013625"/>
            <a:chExt cx="95400" cy="3116250"/>
          </a:xfrm>
        </p:grpSpPr>
        <p:sp>
          <p:nvSpPr>
            <p:cNvPr id="55" name="Google Shape;55;p5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63" name="Google Shape;63;p6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64" name="Google Shape;64;p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" name="Google Shape;69;p6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70" name="Google Shape;70;p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>
            <a:spLocks noGrp="1"/>
          </p:cNvSpPr>
          <p:nvPr>
            <p:ph type="title"/>
          </p:nvPr>
        </p:nvSpPr>
        <p:spPr>
          <a:xfrm>
            <a:off x="4939700" y="1288261"/>
            <a:ext cx="19053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body" idx="1"/>
          </p:nvPr>
        </p:nvSpPr>
        <p:spPr>
          <a:xfrm>
            <a:off x="4939700" y="2182538"/>
            <a:ext cx="19053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78" name="Google Shape;78;p7"/>
          <p:cNvGrpSpPr/>
          <p:nvPr/>
        </p:nvGrpSpPr>
        <p:grpSpPr>
          <a:xfrm>
            <a:off x="4524300" y="1013625"/>
            <a:ext cx="95400" cy="3116250"/>
            <a:chOff x="4524300" y="1013625"/>
            <a:chExt cx="95400" cy="3116250"/>
          </a:xfrm>
        </p:grpSpPr>
        <p:sp>
          <p:nvSpPr>
            <p:cNvPr id="79" name="Google Shape;79;p7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>
            <a:spLocks noGrp="1"/>
          </p:cNvSpPr>
          <p:nvPr>
            <p:ph type="title"/>
          </p:nvPr>
        </p:nvSpPr>
        <p:spPr>
          <a:xfrm>
            <a:off x="2235000" y="1340850"/>
            <a:ext cx="4674000" cy="24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7" name="Google Shape;87;p8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88" name="Google Shape;88;p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" name="Google Shape;93;p8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94" name="Google Shape;94;p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>
            <a:spLocks noGrp="1"/>
          </p:cNvSpPr>
          <p:nvPr>
            <p:ph type="title"/>
          </p:nvPr>
        </p:nvSpPr>
        <p:spPr>
          <a:xfrm>
            <a:off x="1052800" y="1689450"/>
            <a:ext cx="2617200" cy="8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subTitle" idx="1"/>
          </p:nvPr>
        </p:nvSpPr>
        <p:spPr>
          <a:xfrm>
            <a:off x="1638300" y="2658650"/>
            <a:ext cx="2031600" cy="6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body" idx="2"/>
          </p:nvPr>
        </p:nvSpPr>
        <p:spPr>
          <a:xfrm>
            <a:off x="4001475" y="1440000"/>
            <a:ext cx="4422600" cy="22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03" name="Google Shape;103;p9"/>
          <p:cNvGrpSpPr/>
          <p:nvPr/>
        </p:nvGrpSpPr>
        <p:grpSpPr>
          <a:xfrm>
            <a:off x="720000" y="1013625"/>
            <a:ext cx="95400" cy="3116250"/>
            <a:chOff x="4524300" y="1013625"/>
            <a:chExt cx="95400" cy="3116250"/>
          </a:xfrm>
        </p:grpSpPr>
        <p:sp>
          <p:nvSpPr>
            <p:cNvPr id="104" name="Google Shape;104;p9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9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9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"/>
          <p:cNvSpPr txBox="1">
            <a:spLocks noGrp="1"/>
          </p:cNvSpPr>
          <p:nvPr>
            <p:ph type="title"/>
          </p:nvPr>
        </p:nvSpPr>
        <p:spPr>
          <a:xfrm>
            <a:off x="1552575" y="531500"/>
            <a:ext cx="4714800" cy="1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>
            <a:spLocks noGrp="1"/>
          </p:cNvSpPr>
          <p:nvPr>
            <p:ph type="title" hasCustomPrompt="1"/>
          </p:nvPr>
        </p:nvSpPr>
        <p:spPr>
          <a:xfrm>
            <a:off x="1903250" y="1834838"/>
            <a:ext cx="53376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4" name="Google Shape;114;p11"/>
          <p:cNvSpPr txBox="1">
            <a:spLocks noGrp="1"/>
          </p:cNvSpPr>
          <p:nvPr>
            <p:ph type="body" idx="1"/>
          </p:nvPr>
        </p:nvSpPr>
        <p:spPr>
          <a:xfrm>
            <a:off x="2524200" y="2955575"/>
            <a:ext cx="4095600" cy="3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00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15" name="Google Shape;115;p11"/>
          <p:cNvGrpSpPr/>
          <p:nvPr/>
        </p:nvGrpSpPr>
        <p:grpSpPr>
          <a:xfrm flipH="1">
            <a:off x="6720423" y="3784091"/>
            <a:ext cx="2423582" cy="1357541"/>
            <a:chOff x="-77" y="3784091"/>
            <a:chExt cx="2423582" cy="1357541"/>
          </a:xfrm>
        </p:grpSpPr>
        <p:sp>
          <p:nvSpPr>
            <p:cNvPr id="116" name="Google Shape;116;p1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Google Shape;121;p11"/>
          <p:cNvGrpSpPr/>
          <p:nvPr/>
        </p:nvGrpSpPr>
        <p:grpSpPr>
          <a:xfrm rot="10800000" flipH="1">
            <a:off x="-77" y="-9"/>
            <a:ext cx="2423582" cy="1357541"/>
            <a:chOff x="-77" y="3784091"/>
            <a:chExt cx="2423582" cy="1357541"/>
          </a:xfrm>
        </p:grpSpPr>
        <p:sp>
          <p:nvSpPr>
            <p:cNvPr id="122" name="Google Shape;122;p1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9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>
            <a:spLocks noGrp="1"/>
          </p:cNvSpPr>
          <p:nvPr>
            <p:ph type="title"/>
          </p:nvPr>
        </p:nvSpPr>
        <p:spPr>
          <a:xfrm>
            <a:off x="1902600" y="1512225"/>
            <a:ext cx="5338800" cy="187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2"/>
          </p:nvPr>
        </p:nvSpPr>
        <p:spPr>
          <a:xfrm>
            <a:off x="1449150" y="3334700"/>
            <a:ext cx="6245700" cy="6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20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31" name="Google Shape;131;p13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132" name="Google Shape;132;p1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" name="Google Shape;137;p13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138" name="Google Shape;138;p1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5238260" y="18667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body" idx="1"/>
          </p:nvPr>
        </p:nvSpPr>
        <p:spPr>
          <a:xfrm>
            <a:off x="5238265" y="24013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6" name="Google Shape;146;p14"/>
          <p:cNvSpPr txBox="1">
            <a:spLocks noGrp="1"/>
          </p:cNvSpPr>
          <p:nvPr>
            <p:ph type="body" idx="2"/>
          </p:nvPr>
        </p:nvSpPr>
        <p:spPr>
          <a:xfrm>
            <a:off x="1760440" y="24013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title" idx="3"/>
          </p:nvPr>
        </p:nvSpPr>
        <p:spPr>
          <a:xfrm>
            <a:off x="1760435" y="18667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49" name="Google Shape;149;p14"/>
          <p:cNvGrpSpPr/>
          <p:nvPr/>
        </p:nvGrpSpPr>
        <p:grpSpPr>
          <a:xfrm rot="-5400000">
            <a:off x="8346375" y="4345871"/>
            <a:ext cx="1022509" cy="572747"/>
            <a:chOff x="-77" y="3784091"/>
            <a:chExt cx="2423582" cy="1357541"/>
          </a:xfrm>
        </p:grpSpPr>
        <p:sp>
          <p:nvSpPr>
            <p:cNvPr id="150" name="Google Shape;150;p1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14"/>
          <p:cNvGrpSpPr/>
          <p:nvPr/>
        </p:nvGrpSpPr>
        <p:grpSpPr>
          <a:xfrm rot="5400000">
            <a:off x="-224875" y="224871"/>
            <a:ext cx="1022509" cy="572747"/>
            <a:chOff x="-77" y="3784091"/>
            <a:chExt cx="2423582" cy="1357541"/>
          </a:xfrm>
        </p:grpSpPr>
        <p:sp>
          <p:nvSpPr>
            <p:cNvPr id="156" name="Google Shape;156;p1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" name="Google Shape;161;p14"/>
          <p:cNvGrpSpPr/>
          <p:nvPr/>
        </p:nvGrpSpPr>
        <p:grpSpPr>
          <a:xfrm>
            <a:off x="4524300" y="1089825"/>
            <a:ext cx="95400" cy="3116250"/>
            <a:chOff x="4524300" y="1013625"/>
            <a:chExt cx="95400" cy="3116250"/>
          </a:xfrm>
        </p:grpSpPr>
        <p:sp>
          <p:nvSpPr>
            <p:cNvPr id="162" name="Google Shape;162;p14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 idx="2" hasCustomPrompt="1"/>
          </p:nvPr>
        </p:nvSpPr>
        <p:spPr>
          <a:xfrm>
            <a:off x="12120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3" hasCustomPrompt="1"/>
          </p:nvPr>
        </p:nvSpPr>
        <p:spPr>
          <a:xfrm>
            <a:off x="30957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title" idx="4" hasCustomPrompt="1"/>
          </p:nvPr>
        </p:nvSpPr>
        <p:spPr>
          <a:xfrm>
            <a:off x="50556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73" name="Google Shape;173;p15"/>
          <p:cNvSpPr txBox="1">
            <a:spLocks noGrp="1"/>
          </p:cNvSpPr>
          <p:nvPr>
            <p:ph type="title" idx="5" hasCustomPrompt="1"/>
          </p:nvPr>
        </p:nvSpPr>
        <p:spPr>
          <a:xfrm>
            <a:off x="69393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74" name="Google Shape;174;p15"/>
          <p:cNvSpPr txBox="1">
            <a:spLocks noGrp="1"/>
          </p:cNvSpPr>
          <p:nvPr>
            <p:ph type="subTitle" idx="1"/>
          </p:nvPr>
        </p:nvSpPr>
        <p:spPr>
          <a:xfrm>
            <a:off x="1147475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5"/>
          <p:cNvSpPr txBox="1">
            <a:spLocks noGrp="1"/>
          </p:cNvSpPr>
          <p:nvPr>
            <p:ph type="subTitle" idx="6"/>
          </p:nvPr>
        </p:nvSpPr>
        <p:spPr>
          <a:xfrm>
            <a:off x="303110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5"/>
          <p:cNvSpPr txBox="1">
            <a:spLocks noGrp="1"/>
          </p:cNvSpPr>
          <p:nvPr>
            <p:ph type="subTitle" idx="7"/>
          </p:nvPr>
        </p:nvSpPr>
        <p:spPr>
          <a:xfrm>
            <a:off x="499100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5"/>
          <p:cNvSpPr txBox="1">
            <a:spLocks noGrp="1"/>
          </p:cNvSpPr>
          <p:nvPr>
            <p:ph type="subTitle" idx="8"/>
          </p:nvPr>
        </p:nvSpPr>
        <p:spPr>
          <a:xfrm>
            <a:off x="687470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5"/>
          <p:cNvSpPr txBox="1">
            <a:spLocks noGrp="1"/>
          </p:cNvSpPr>
          <p:nvPr>
            <p:ph type="subTitle" idx="9"/>
          </p:nvPr>
        </p:nvSpPr>
        <p:spPr>
          <a:xfrm>
            <a:off x="1041500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5"/>
          <p:cNvSpPr txBox="1">
            <a:spLocks noGrp="1"/>
          </p:cNvSpPr>
          <p:nvPr>
            <p:ph type="subTitle" idx="13"/>
          </p:nvPr>
        </p:nvSpPr>
        <p:spPr>
          <a:xfrm>
            <a:off x="2925197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5"/>
          <p:cNvSpPr txBox="1">
            <a:spLocks noGrp="1"/>
          </p:cNvSpPr>
          <p:nvPr>
            <p:ph type="subTitle" idx="14"/>
          </p:nvPr>
        </p:nvSpPr>
        <p:spPr>
          <a:xfrm>
            <a:off x="4885095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5"/>
          <p:cNvSpPr txBox="1">
            <a:spLocks noGrp="1"/>
          </p:cNvSpPr>
          <p:nvPr>
            <p:ph type="subTitle" idx="15"/>
          </p:nvPr>
        </p:nvSpPr>
        <p:spPr>
          <a:xfrm>
            <a:off x="6768792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2" name="Google Shape;182;p15"/>
          <p:cNvGrpSpPr/>
          <p:nvPr/>
        </p:nvGrpSpPr>
        <p:grpSpPr>
          <a:xfrm rot="-5400000">
            <a:off x="8346375" y="4345871"/>
            <a:ext cx="1022509" cy="572747"/>
            <a:chOff x="-77" y="3784091"/>
            <a:chExt cx="2423582" cy="1357541"/>
          </a:xfrm>
        </p:grpSpPr>
        <p:sp>
          <p:nvSpPr>
            <p:cNvPr id="183" name="Google Shape;183;p1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" name="Google Shape;188;p15"/>
          <p:cNvGrpSpPr/>
          <p:nvPr/>
        </p:nvGrpSpPr>
        <p:grpSpPr>
          <a:xfrm rot="5400000">
            <a:off x="-224875" y="224871"/>
            <a:ext cx="1022509" cy="572747"/>
            <a:chOff x="-77" y="3784091"/>
            <a:chExt cx="2423582" cy="1357541"/>
          </a:xfrm>
        </p:grpSpPr>
        <p:sp>
          <p:nvSpPr>
            <p:cNvPr id="189" name="Google Shape;189;p1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5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subTitle" idx="1"/>
          </p:nvPr>
        </p:nvSpPr>
        <p:spPr>
          <a:xfrm>
            <a:off x="719700" y="24349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subTitle" idx="2"/>
          </p:nvPr>
        </p:nvSpPr>
        <p:spPr>
          <a:xfrm>
            <a:off x="719850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ubTitle" idx="3"/>
          </p:nvPr>
        </p:nvSpPr>
        <p:spPr>
          <a:xfrm>
            <a:off x="3413619" y="24349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99" name="Google Shape;199;p16"/>
          <p:cNvSpPr txBox="1">
            <a:spLocks noGrp="1"/>
          </p:cNvSpPr>
          <p:nvPr>
            <p:ph type="subTitle" idx="4"/>
          </p:nvPr>
        </p:nvSpPr>
        <p:spPr>
          <a:xfrm>
            <a:off x="3413619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6"/>
          <p:cNvSpPr txBox="1">
            <a:spLocks noGrp="1"/>
          </p:cNvSpPr>
          <p:nvPr>
            <p:ph type="subTitle" idx="5"/>
          </p:nvPr>
        </p:nvSpPr>
        <p:spPr>
          <a:xfrm>
            <a:off x="6107075" y="24349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01" name="Google Shape;201;p16"/>
          <p:cNvSpPr txBox="1">
            <a:spLocks noGrp="1"/>
          </p:cNvSpPr>
          <p:nvPr>
            <p:ph type="subTitle" idx="6"/>
          </p:nvPr>
        </p:nvSpPr>
        <p:spPr>
          <a:xfrm>
            <a:off x="6107075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2" name="Google Shape;202;p16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03" name="Google Shape;203;p1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" name="Google Shape;208;p16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209" name="Google Shape;209;p1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5_2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7"/>
          <p:cNvSpPr txBox="1">
            <a:spLocks noGrp="1"/>
          </p:cNvSpPr>
          <p:nvPr>
            <p:ph type="subTitle" idx="1"/>
          </p:nvPr>
        </p:nvSpPr>
        <p:spPr>
          <a:xfrm>
            <a:off x="719975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7"/>
          <p:cNvSpPr txBox="1">
            <a:spLocks noGrp="1"/>
          </p:cNvSpPr>
          <p:nvPr>
            <p:ph type="subTitle" idx="2"/>
          </p:nvPr>
        </p:nvSpPr>
        <p:spPr>
          <a:xfrm>
            <a:off x="3964163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7"/>
          <p:cNvSpPr txBox="1">
            <a:spLocks noGrp="1"/>
          </p:cNvSpPr>
          <p:nvPr>
            <p:ph type="subTitle" idx="3"/>
          </p:nvPr>
        </p:nvSpPr>
        <p:spPr>
          <a:xfrm>
            <a:off x="7141825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7"/>
          <p:cNvSpPr txBox="1">
            <a:spLocks noGrp="1"/>
          </p:cNvSpPr>
          <p:nvPr>
            <p:ph type="subTitle" idx="4"/>
          </p:nvPr>
        </p:nvSpPr>
        <p:spPr>
          <a:xfrm>
            <a:off x="719975" y="2904163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subTitle" idx="5"/>
          </p:nvPr>
        </p:nvSpPr>
        <p:spPr>
          <a:xfrm>
            <a:off x="7141825" y="2904163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7"/>
          <p:cNvSpPr txBox="1">
            <a:spLocks noGrp="1"/>
          </p:cNvSpPr>
          <p:nvPr>
            <p:ph type="subTitle" idx="6"/>
          </p:nvPr>
        </p:nvSpPr>
        <p:spPr>
          <a:xfrm>
            <a:off x="3964163" y="2904163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2" name="Google Shape;222;p17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223" name="Google Shape;223;p17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" name="Google Shape;228;p17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29" name="Google Shape;229;p17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8"/>
          <p:cNvSpPr txBox="1">
            <a:spLocks noGrp="1"/>
          </p:cNvSpPr>
          <p:nvPr>
            <p:ph type="subTitle" idx="1"/>
          </p:nvPr>
        </p:nvSpPr>
        <p:spPr>
          <a:xfrm>
            <a:off x="1842250" y="1618793"/>
            <a:ext cx="16827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subTitle" idx="2"/>
          </p:nvPr>
        </p:nvSpPr>
        <p:spPr>
          <a:xfrm>
            <a:off x="1417550" y="1918700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175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8"/>
          <p:cNvSpPr txBox="1">
            <a:spLocks noGrp="1"/>
          </p:cNvSpPr>
          <p:nvPr>
            <p:ph type="subTitle" idx="3"/>
          </p:nvPr>
        </p:nvSpPr>
        <p:spPr>
          <a:xfrm>
            <a:off x="1842594" y="2942429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39" name="Google Shape;239;p18"/>
          <p:cNvSpPr txBox="1">
            <a:spLocks noGrp="1"/>
          </p:cNvSpPr>
          <p:nvPr>
            <p:ph type="subTitle" idx="4"/>
          </p:nvPr>
        </p:nvSpPr>
        <p:spPr>
          <a:xfrm>
            <a:off x="1417574" y="3242325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4064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8"/>
          <p:cNvSpPr txBox="1">
            <a:spLocks noGrp="1"/>
          </p:cNvSpPr>
          <p:nvPr>
            <p:ph type="subTitle" idx="5"/>
          </p:nvPr>
        </p:nvSpPr>
        <p:spPr>
          <a:xfrm>
            <a:off x="5618913" y="2942429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41" name="Google Shape;241;p18"/>
          <p:cNvSpPr txBox="1">
            <a:spLocks noGrp="1"/>
          </p:cNvSpPr>
          <p:nvPr>
            <p:ph type="subTitle" idx="6"/>
          </p:nvPr>
        </p:nvSpPr>
        <p:spPr>
          <a:xfrm>
            <a:off x="5618975" y="3242325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8"/>
          <p:cNvSpPr txBox="1">
            <a:spLocks noGrp="1"/>
          </p:cNvSpPr>
          <p:nvPr>
            <p:ph type="subTitle" idx="7"/>
          </p:nvPr>
        </p:nvSpPr>
        <p:spPr>
          <a:xfrm>
            <a:off x="5618957" y="1618793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43" name="Google Shape;243;p18"/>
          <p:cNvSpPr txBox="1">
            <a:spLocks noGrp="1"/>
          </p:cNvSpPr>
          <p:nvPr>
            <p:ph type="subTitle" idx="8"/>
          </p:nvPr>
        </p:nvSpPr>
        <p:spPr>
          <a:xfrm>
            <a:off x="5619026" y="1918700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175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18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245" name="Google Shape;245;p1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" name="Google Shape;250;p18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51" name="Google Shape;251;p1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5_1_1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19"/>
          <p:cNvSpPr txBox="1">
            <a:spLocks noGrp="1"/>
          </p:cNvSpPr>
          <p:nvPr>
            <p:ph type="subTitle" idx="1"/>
          </p:nvPr>
        </p:nvSpPr>
        <p:spPr>
          <a:xfrm>
            <a:off x="4211675" y="142988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19"/>
          <p:cNvSpPr txBox="1">
            <a:spLocks noGrp="1"/>
          </p:cNvSpPr>
          <p:nvPr>
            <p:ph type="title" idx="2" hasCustomPrompt="1"/>
          </p:nvPr>
        </p:nvSpPr>
        <p:spPr>
          <a:xfrm>
            <a:off x="3331225" y="1443350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0" name="Google Shape;260;p19"/>
          <p:cNvSpPr txBox="1">
            <a:spLocks noGrp="1"/>
          </p:cNvSpPr>
          <p:nvPr>
            <p:ph type="subTitle" idx="3"/>
          </p:nvPr>
        </p:nvSpPr>
        <p:spPr>
          <a:xfrm>
            <a:off x="4211675" y="1694759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9"/>
          <p:cNvSpPr txBox="1">
            <a:spLocks noGrp="1"/>
          </p:cNvSpPr>
          <p:nvPr>
            <p:ph type="subTitle" idx="4"/>
          </p:nvPr>
        </p:nvSpPr>
        <p:spPr>
          <a:xfrm>
            <a:off x="4211675" y="2521206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19"/>
          <p:cNvSpPr txBox="1">
            <a:spLocks noGrp="1"/>
          </p:cNvSpPr>
          <p:nvPr>
            <p:ph type="title" idx="5" hasCustomPrompt="1"/>
          </p:nvPr>
        </p:nvSpPr>
        <p:spPr>
          <a:xfrm>
            <a:off x="3331225" y="2515672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3" name="Google Shape;263;p19"/>
          <p:cNvSpPr txBox="1">
            <a:spLocks noGrp="1"/>
          </p:cNvSpPr>
          <p:nvPr>
            <p:ph type="subTitle" idx="6"/>
          </p:nvPr>
        </p:nvSpPr>
        <p:spPr>
          <a:xfrm>
            <a:off x="4211675" y="2786080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19"/>
          <p:cNvSpPr txBox="1">
            <a:spLocks noGrp="1"/>
          </p:cNvSpPr>
          <p:nvPr>
            <p:ph type="subTitle" idx="7"/>
          </p:nvPr>
        </p:nvSpPr>
        <p:spPr>
          <a:xfrm>
            <a:off x="4211825" y="361252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19"/>
          <p:cNvSpPr txBox="1">
            <a:spLocks noGrp="1"/>
          </p:cNvSpPr>
          <p:nvPr>
            <p:ph type="title" idx="8" hasCustomPrompt="1"/>
          </p:nvPr>
        </p:nvSpPr>
        <p:spPr>
          <a:xfrm>
            <a:off x="3331225" y="3612527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6" name="Google Shape;266;p19"/>
          <p:cNvSpPr txBox="1">
            <a:spLocks noGrp="1"/>
          </p:cNvSpPr>
          <p:nvPr>
            <p:ph type="subTitle" idx="9"/>
          </p:nvPr>
        </p:nvSpPr>
        <p:spPr>
          <a:xfrm>
            <a:off x="4211825" y="3877401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7" name="Google Shape;267;p19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268" name="Google Shape;268;p19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" name="Google Shape;273;p19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274" name="Google Shape;274;p19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19600" y="17706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 idx="2" hasCustomPrompt="1"/>
          </p:nvPr>
        </p:nvSpPr>
        <p:spPr>
          <a:xfrm>
            <a:off x="132920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83" name="Google Shape;283;p20"/>
          <p:cNvSpPr txBox="1">
            <a:spLocks noGrp="1"/>
          </p:cNvSpPr>
          <p:nvPr>
            <p:ph type="subTitle" idx="3"/>
          </p:nvPr>
        </p:nvSpPr>
        <p:spPr>
          <a:xfrm>
            <a:off x="720100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20"/>
          <p:cNvSpPr txBox="1">
            <a:spLocks noGrp="1"/>
          </p:cNvSpPr>
          <p:nvPr>
            <p:ph type="subTitle" idx="4"/>
          </p:nvPr>
        </p:nvSpPr>
        <p:spPr>
          <a:xfrm>
            <a:off x="341350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0"/>
          <p:cNvSpPr txBox="1">
            <a:spLocks noGrp="1"/>
          </p:cNvSpPr>
          <p:nvPr>
            <p:ph type="title" idx="5" hasCustomPrompt="1"/>
          </p:nvPr>
        </p:nvSpPr>
        <p:spPr>
          <a:xfrm>
            <a:off x="4023025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86" name="Google Shape;286;p20"/>
          <p:cNvSpPr txBox="1">
            <a:spLocks noGrp="1"/>
          </p:cNvSpPr>
          <p:nvPr>
            <p:ph type="subTitle" idx="6"/>
          </p:nvPr>
        </p:nvSpPr>
        <p:spPr>
          <a:xfrm>
            <a:off x="3413738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0"/>
          <p:cNvSpPr txBox="1">
            <a:spLocks noGrp="1"/>
          </p:cNvSpPr>
          <p:nvPr>
            <p:ph type="subTitle" idx="7"/>
          </p:nvPr>
        </p:nvSpPr>
        <p:spPr>
          <a:xfrm>
            <a:off x="610705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0"/>
          <p:cNvSpPr txBox="1">
            <a:spLocks noGrp="1"/>
          </p:cNvSpPr>
          <p:nvPr>
            <p:ph type="title" idx="8" hasCustomPrompt="1"/>
          </p:nvPr>
        </p:nvSpPr>
        <p:spPr>
          <a:xfrm>
            <a:off x="671655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89" name="Google Shape;289;p20"/>
          <p:cNvSpPr txBox="1">
            <a:spLocks noGrp="1"/>
          </p:cNvSpPr>
          <p:nvPr>
            <p:ph type="subTitle" idx="9"/>
          </p:nvPr>
        </p:nvSpPr>
        <p:spPr>
          <a:xfrm>
            <a:off x="6107101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0"/>
          <p:cNvSpPr txBox="1">
            <a:spLocks noGrp="1"/>
          </p:cNvSpPr>
          <p:nvPr>
            <p:ph type="subTitle" idx="13"/>
          </p:nvPr>
        </p:nvSpPr>
        <p:spPr>
          <a:xfrm>
            <a:off x="7196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0"/>
          <p:cNvSpPr txBox="1">
            <a:spLocks noGrp="1"/>
          </p:cNvSpPr>
          <p:nvPr>
            <p:ph type="title" idx="14" hasCustomPrompt="1"/>
          </p:nvPr>
        </p:nvSpPr>
        <p:spPr>
          <a:xfrm>
            <a:off x="132920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92" name="Google Shape;292;p20"/>
          <p:cNvSpPr txBox="1">
            <a:spLocks noGrp="1"/>
          </p:cNvSpPr>
          <p:nvPr>
            <p:ph type="subTitle" idx="15"/>
          </p:nvPr>
        </p:nvSpPr>
        <p:spPr>
          <a:xfrm>
            <a:off x="720100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0"/>
          <p:cNvSpPr txBox="1">
            <a:spLocks noGrp="1"/>
          </p:cNvSpPr>
          <p:nvPr>
            <p:ph type="subTitle" idx="16"/>
          </p:nvPr>
        </p:nvSpPr>
        <p:spPr>
          <a:xfrm>
            <a:off x="34134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0"/>
          <p:cNvSpPr txBox="1">
            <a:spLocks noGrp="1"/>
          </p:cNvSpPr>
          <p:nvPr>
            <p:ph type="title" idx="17" hasCustomPrompt="1"/>
          </p:nvPr>
        </p:nvSpPr>
        <p:spPr>
          <a:xfrm>
            <a:off x="4023025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95" name="Google Shape;295;p20"/>
          <p:cNvSpPr txBox="1">
            <a:spLocks noGrp="1"/>
          </p:cNvSpPr>
          <p:nvPr>
            <p:ph type="subTitle" idx="18"/>
          </p:nvPr>
        </p:nvSpPr>
        <p:spPr>
          <a:xfrm>
            <a:off x="3413738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0"/>
          <p:cNvSpPr txBox="1">
            <a:spLocks noGrp="1"/>
          </p:cNvSpPr>
          <p:nvPr>
            <p:ph type="subTitle" idx="19"/>
          </p:nvPr>
        </p:nvSpPr>
        <p:spPr>
          <a:xfrm>
            <a:off x="6107050" y="339547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0"/>
          <p:cNvSpPr txBox="1">
            <a:spLocks noGrp="1"/>
          </p:cNvSpPr>
          <p:nvPr>
            <p:ph type="title" idx="20" hasCustomPrompt="1"/>
          </p:nvPr>
        </p:nvSpPr>
        <p:spPr>
          <a:xfrm>
            <a:off x="671655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98" name="Google Shape;298;p20"/>
          <p:cNvSpPr txBox="1">
            <a:spLocks noGrp="1"/>
          </p:cNvSpPr>
          <p:nvPr>
            <p:ph type="subTitle" idx="21"/>
          </p:nvPr>
        </p:nvSpPr>
        <p:spPr>
          <a:xfrm>
            <a:off x="6107101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9" name="Google Shape;299;p20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300" name="Google Shape;300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" name="Google Shape;305;p20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306" name="Google Shape;306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_1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"/>
          <p:cNvSpPr txBox="1">
            <a:spLocks noGrp="1"/>
          </p:cNvSpPr>
          <p:nvPr>
            <p:ph type="subTitle" idx="1"/>
          </p:nvPr>
        </p:nvSpPr>
        <p:spPr>
          <a:xfrm>
            <a:off x="1410963" y="142341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1"/>
          <p:cNvSpPr txBox="1">
            <a:spLocks noGrp="1"/>
          </p:cNvSpPr>
          <p:nvPr>
            <p:ph type="subTitle" idx="2"/>
          </p:nvPr>
        </p:nvSpPr>
        <p:spPr>
          <a:xfrm>
            <a:off x="1411463" y="17995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21"/>
          <p:cNvSpPr txBox="1">
            <a:spLocks noGrp="1"/>
          </p:cNvSpPr>
          <p:nvPr>
            <p:ph type="subTitle" idx="3"/>
          </p:nvPr>
        </p:nvSpPr>
        <p:spPr>
          <a:xfrm>
            <a:off x="1410988" y="2450149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1"/>
          <p:cNvSpPr txBox="1">
            <a:spLocks noGrp="1"/>
          </p:cNvSpPr>
          <p:nvPr>
            <p:ph type="subTitle" idx="4"/>
          </p:nvPr>
        </p:nvSpPr>
        <p:spPr>
          <a:xfrm>
            <a:off x="1411225" y="2826240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21"/>
          <p:cNvSpPr txBox="1">
            <a:spLocks noGrp="1"/>
          </p:cNvSpPr>
          <p:nvPr>
            <p:ph type="subTitle" idx="5"/>
          </p:nvPr>
        </p:nvSpPr>
        <p:spPr>
          <a:xfrm>
            <a:off x="5415963" y="1423411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1"/>
          <p:cNvSpPr txBox="1">
            <a:spLocks noGrp="1"/>
          </p:cNvSpPr>
          <p:nvPr>
            <p:ph type="subTitle" idx="6"/>
          </p:nvPr>
        </p:nvSpPr>
        <p:spPr>
          <a:xfrm>
            <a:off x="5416013" y="17995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32105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1"/>
          <p:cNvSpPr txBox="1">
            <a:spLocks noGrp="1"/>
          </p:cNvSpPr>
          <p:nvPr>
            <p:ph type="subTitle" idx="7"/>
          </p:nvPr>
        </p:nvSpPr>
        <p:spPr>
          <a:xfrm>
            <a:off x="1410963" y="3476889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21"/>
          <p:cNvSpPr txBox="1">
            <a:spLocks noGrp="1"/>
          </p:cNvSpPr>
          <p:nvPr>
            <p:ph type="subTitle" idx="8"/>
          </p:nvPr>
        </p:nvSpPr>
        <p:spPr>
          <a:xfrm>
            <a:off x="1411463" y="385298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1"/>
          <p:cNvSpPr txBox="1">
            <a:spLocks noGrp="1"/>
          </p:cNvSpPr>
          <p:nvPr>
            <p:ph type="subTitle" idx="9"/>
          </p:nvPr>
        </p:nvSpPr>
        <p:spPr>
          <a:xfrm>
            <a:off x="5415788" y="245015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1"/>
          <p:cNvSpPr txBox="1">
            <a:spLocks noGrp="1"/>
          </p:cNvSpPr>
          <p:nvPr>
            <p:ph type="subTitle" idx="13"/>
          </p:nvPr>
        </p:nvSpPr>
        <p:spPr>
          <a:xfrm>
            <a:off x="5416125" y="2826251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1"/>
          <p:cNvSpPr txBox="1">
            <a:spLocks noGrp="1"/>
          </p:cNvSpPr>
          <p:nvPr>
            <p:ph type="subTitle" idx="14"/>
          </p:nvPr>
        </p:nvSpPr>
        <p:spPr>
          <a:xfrm>
            <a:off x="5415963" y="347688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21"/>
          <p:cNvSpPr txBox="1">
            <a:spLocks noGrp="1"/>
          </p:cNvSpPr>
          <p:nvPr>
            <p:ph type="subTitle" idx="15"/>
          </p:nvPr>
        </p:nvSpPr>
        <p:spPr>
          <a:xfrm>
            <a:off x="5416013" y="385298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25" name="Google Shape;325;p2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326" name="Google Shape;326;p2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2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332" name="Google Shape;332;p2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" name="Google Shape;337;p21"/>
          <p:cNvGrpSpPr/>
          <p:nvPr/>
        </p:nvGrpSpPr>
        <p:grpSpPr>
          <a:xfrm>
            <a:off x="4524300" y="1394625"/>
            <a:ext cx="95400" cy="3116250"/>
            <a:chOff x="4524300" y="1013625"/>
            <a:chExt cx="95400" cy="3116250"/>
          </a:xfrm>
        </p:grpSpPr>
        <p:sp>
          <p:nvSpPr>
            <p:cNvPr id="338" name="Google Shape;338;p2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22"/>
          <p:cNvGrpSpPr/>
          <p:nvPr/>
        </p:nvGrpSpPr>
        <p:grpSpPr>
          <a:xfrm>
            <a:off x="-9" y="1669058"/>
            <a:ext cx="2781383" cy="1805382"/>
            <a:chOff x="8024127" y="984378"/>
            <a:chExt cx="2502369" cy="1624275"/>
          </a:xfrm>
        </p:grpSpPr>
        <p:sp>
          <p:nvSpPr>
            <p:cNvPr id="346" name="Google Shape;346;p22"/>
            <p:cNvSpPr/>
            <p:nvPr/>
          </p:nvSpPr>
          <p:spPr>
            <a:xfrm>
              <a:off x="8647339" y="2562003"/>
              <a:ext cx="65709" cy="30106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5" y="899"/>
                  </a:moveTo>
                  <a:lnTo>
                    <a:pt x="125" y="899"/>
                  </a:lnTo>
                  <a:cubicBezTo>
                    <a:pt x="132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5" y="899"/>
                  </a:cubicBezTo>
                  <a:close/>
                  <a:moveTo>
                    <a:pt x="891" y="1"/>
                  </a:moveTo>
                  <a:cubicBezTo>
                    <a:pt x="329" y="1"/>
                    <a:pt x="1" y="409"/>
                    <a:pt x="125" y="899"/>
                  </a:cubicBezTo>
                  <a:lnTo>
                    <a:pt x="125" y="899"/>
                  </a:lnTo>
                  <a:cubicBezTo>
                    <a:pt x="49" y="429"/>
                    <a:pt x="373" y="67"/>
                    <a:pt x="891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8" y="1"/>
                    <a:pt x="891" y="1"/>
                  </a:cubicBezTo>
                  <a:close/>
                </a:path>
              </a:pathLst>
            </a:custGeom>
            <a:solidFill>
              <a:srgbClr val="FFF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2"/>
            <p:cNvSpPr/>
            <p:nvPr/>
          </p:nvSpPr>
          <p:spPr>
            <a:xfrm>
              <a:off x="8759904" y="2562003"/>
              <a:ext cx="65680" cy="30106"/>
            </a:xfrm>
            <a:custGeom>
              <a:avLst/>
              <a:gdLst/>
              <a:ahLst/>
              <a:cxnLst/>
              <a:rect l="l" t="t" r="r" b="b"/>
              <a:pathLst>
                <a:path w="2258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6" y="1035"/>
                  </a:cubicBezTo>
                  <a:cubicBezTo>
                    <a:pt x="156" y="1001"/>
                    <a:pt x="156" y="1001"/>
                    <a:pt x="156" y="1001"/>
                  </a:cubicBezTo>
                  <a:cubicBezTo>
                    <a:pt x="143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8" y="1"/>
                    <a:pt x="0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0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7" y="1"/>
                    <a:pt x="890" y="1"/>
                  </a:cubicBezTo>
                  <a:close/>
                </a:path>
              </a:pathLst>
            </a:custGeom>
            <a:solidFill>
              <a:srgbClr val="FF52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8872440" y="2562003"/>
              <a:ext cx="65709" cy="30106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9" y="1"/>
                    <a:pt x="1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91" y="1"/>
                    <a:pt x="890" y="1"/>
                  </a:cubicBezTo>
                  <a:close/>
                </a:path>
              </a:pathLst>
            </a:custGeom>
            <a:solidFill>
              <a:srgbClr val="45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10089400" y="2205025"/>
              <a:ext cx="25" cy="50050"/>
            </a:xfrm>
            <a:custGeom>
              <a:avLst/>
              <a:gdLst/>
              <a:ahLst/>
              <a:cxnLst/>
              <a:rect l="l" t="t" r="r" b="b"/>
              <a:pathLst>
                <a:path w="1" h="2002" extrusionOk="0">
                  <a:moveTo>
                    <a:pt x="0" y="2002"/>
                  </a:moveTo>
                  <a:lnTo>
                    <a:pt x="0" y="0"/>
                  </a:lnTo>
                </a:path>
              </a:pathLst>
            </a:custGeom>
            <a:solidFill>
              <a:srgbClr val="1F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8024127" y="984378"/>
              <a:ext cx="2502369" cy="1624275"/>
            </a:xfrm>
            <a:custGeom>
              <a:avLst/>
              <a:gdLst/>
              <a:ahLst/>
              <a:cxnLst/>
              <a:rect l="l" t="t" r="r" b="b"/>
              <a:pathLst>
                <a:path w="86029" h="55841" extrusionOk="0">
                  <a:moveTo>
                    <a:pt x="2102" y="1"/>
                  </a:moveTo>
                  <a:cubicBezTo>
                    <a:pt x="935" y="1"/>
                    <a:pt x="1" y="935"/>
                    <a:pt x="1" y="2102"/>
                  </a:cubicBezTo>
                  <a:lnTo>
                    <a:pt x="1" y="53739"/>
                  </a:lnTo>
                  <a:cubicBezTo>
                    <a:pt x="1" y="54907"/>
                    <a:pt x="935" y="55841"/>
                    <a:pt x="2102" y="55841"/>
                  </a:cubicBezTo>
                  <a:lnTo>
                    <a:pt x="83894" y="55841"/>
                  </a:lnTo>
                  <a:cubicBezTo>
                    <a:pt x="85062" y="55841"/>
                    <a:pt x="86029" y="54907"/>
                    <a:pt x="86029" y="53739"/>
                  </a:cubicBezTo>
                  <a:lnTo>
                    <a:pt x="86029" y="2102"/>
                  </a:lnTo>
                  <a:cubicBezTo>
                    <a:pt x="86029" y="935"/>
                    <a:pt x="85062" y="1"/>
                    <a:pt x="83894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8024127" y="984378"/>
              <a:ext cx="2502369" cy="262020"/>
            </a:xfrm>
            <a:custGeom>
              <a:avLst/>
              <a:gdLst/>
              <a:ahLst/>
              <a:cxnLst/>
              <a:rect l="l" t="t" r="r" b="b"/>
              <a:pathLst>
                <a:path w="86029" h="9008" extrusionOk="0">
                  <a:moveTo>
                    <a:pt x="2436" y="1"/>
                  </a:moveTo>
                  <a:cubicBezTo>
                    <a:pt x="1102" y="1"/>
                    <a:pt x="1" y="1068"/>
                    <a:pt x="1" y="2436"/>
                  </a:cubicBezTo>
                  <a:lnTo>
                    <a:pt x="1" y="9007"/>
                  </a:lnTo>
                  <a:lnTo>
                    <a:pt x="86029" y="9007"/>
                  </a:lnTo>
                  <a:lnTo>
                    <a:pt x="86029" y="2436"/>
                  </a:lnTo>
                  <a:cubicBezTo>
                    <a:pt x="86029" y="1102"/>
                    <a:pt x="84928" y="1"/>
                    <a:pt x="835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8125057" y="1324952"/>
              <a:ext cx="2305388" cy="1198318"/>
            </a:xfrm>
            <a:custGeom>
              <a:avLst/>
              <a:gdLst/>
              <a:ahLst/>
              <a:cxnLst/>
              <a:rect l="l" t="t" r="r" b="b"/>
              <a:pathLst>
                <a:path w="79257" h="41197" extrusionOk="0">
                  <a:moveTo>
                    <a:pt x="77522" y="41196"/>
                  </a:moveTo>
                  <a:lnTo>
                    <a:pt x="1735" y="41196"/>
                  </a:lnTo>
                  <a:cubicBezTo>
                    <a:pt x="767" y="41196"/>
                    <a:pt x="0" y="40429"/>
                    <a:pt x="0" y="39462"/>
                  </a:cubicBezTo>
                  <a:lnTo>
                    <a:pt x="0" y="1735"/>
                  </a:lnTo>
                  <a:cubicBezTo>
                    <a:pt x="0" y="768"/>
                    <a:pt x="767" y="0"/>
                    <a:pt x="1735" y="0"/>
                  </a:cubicBezTo>
                  <a:lnTo>
                    <a:pt x="77522" y="0"/>
                  </a:lnTo>
                  <a:cubicBezTo>
                    <a:pt x="78489" y="0"/>
                    <a:pt x="79257" y="768"/>
                    <a:pt x="79257" y="1735"/>
                  </a:cubicBezTo>
                  <a:lnTo>
                    <a:pt x="79257" y="39462"/>
                  </a:lnTo>
                  <a:cubicBezTo>
                    <a:pt x="79257" y="40429"/>
                    <a:pt x="78489" y="41196"/>
                    <a:pt x="77522" y="41196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8191986" y="1394818"/>
              <a:ext cx="54365" cy="110620"/>
            </a:xfrm>
            <a:custGeom>
              <a:avLst/>
              <a:gdLst/>
              <a:ahLst/>
              <a:cxnLst/>
              <a:rect l="l" t="t" r="r" b="b"/>
              <a:pathLst>
                <a:path w="1869" h="3803" fill="none" extrusionOk="0">
                  <a:moveTo>
                    <a:pt x="1869" y="0"/>
                  </a:moveTo>
                  <a:lnTo>
                    <a:pt x="1" y="1901"/>
                  </a:lnTo>
                  <a:lnTo>
                    <a:pt x="1869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8385062" y="1394818"/>
              <a:ext cx="55354" cy="110620"/>
            </a:xfrm>
            <a:custGeom>
              <a:avLst/>
              <a:gdLst/>
              <a:ahLst/>
              <a:cxnLst/>
              <a:rect l="l" t="t" r="r" b="b"/>
              <a:pathLst>
                <a:path w="1903" h="3803" fill="none" extrusionOk="0">
                  <a:moveTo>
                    <a:pt x="1" y="0"/>
                  </a:moveTo>
                  <a:lnTo>
                    <a:pt x="1902" y="1901"/>
                  </a:lnTo>
                  <a:lnTo>
                    <a:pt x="1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8292887" y="1394818"/>
              <a:ext cx="43689" cy="120335"/>
            </a:xfrm>
            <a:custGeom>
              <a:avLst/>
              <a:gdLst/>
              <a:ahLst/>
              <a:cxnLst/>
              <a:rect l="l" t="t" r="r" b="b"/>
              <a:pathLst>
                <a:path w="1502" h="4137" fill="none" extrusionOk="0">
                  <a:moveTo>
                    <a:pt x="1" y="4136"/>
                  </a:moveTo>
                  <a:lnTo>
                    <a:pt x="1502" y="0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8483055" y="1500548"/>
              <a:ext cx="31095" cy="31095"/>
            </a:xfrm>
            <a:custGeom>
              <a:avLst/>
              <a:gdLst/>
              <a:ahLst/>
              <a:cxnLst/>
              <a:rect l="l" t="t" r="r" b="b"/>
              <a:pathLst>
                <a:path w="1069" h="1069" extrusionOk="0">
                  <a:moveTo>
                    <a:pt x="535" y="1"/>
                  </a:moveTo>
                  <a:cubicBezTo>
                    <a:pt x="234" y="1"/>
                    <a:pt x="1" y="234"/>
                    <a:pt x="1" y="535"/>
                  </a:cubicBezTo>
                  <a:cubicBezTo>
                    <a:pt x="1" y="802"/>
                    <a:pt x="234" y="1068"/>
                    <a:pt x="535" y="1068"/>
                  </a:cubicBezTo>
                  <a:cubicBezTo>
                    <a:pt x="835" y="1068"/>
                    <a:pt x="1068" y="802"/>
                    <a:pt x="1068" y="535"/>
                  </a:cubicBezTo>
                  <a:cubicBezTo>
                    <a:pt x="1068" y="234"/>
                    <a:pt x="835" y="1"/>
                    <a:pt x="535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8528666" y="1500548"/>
              <a:ext cx="31065" cy="31095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67" y="1"/>
                    <a:pt x="0" y="234"/>
                    <a:pt x="0" y="535"/>
                  </a:cubicBezTo>
                  <a:cubicBezTo>
                    <a:pt x="0" y="802"/>
                    <a:pt x="267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8593674" y="1500548"/>
              <a:ext cx="31065" cy="31095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34" y="1"/>
                    <a:pt x="0" y="234"/>
                    <a:pt x="0" y="535"/>
                  </a:cubicBezTo>
                  <a:cubicBezTo>
                    <a:pt x="0" y="802"/>
                    <a:pt x="234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8219152" y="1627656"/>
              <a:ext cx="1656300" cy="29"/>
            </a:xfrm>
            <a:custGeom>
              <a:avLst/>
              <a:gdLst/>
              <a:ahLst/>
              <a:cxnLst/>
              <a:rect l="l" t="t" r="r" b="b"/>
              <a:pathLst>
                <a:path w="56942" h="1" fill="none" extrusionOk="0">
                  <a:moveTo>
                    <a:pt x="1" y="1"/>
                  </a:moveTo>
                  <a:lnTo>
                    <a:pt x="56941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9975312" y="1627656"/>
              <a:ext cx="128101" cy="29"/>
            </a:xfrm>
            <a:custGeom>
              <a:avLst/>
              <a:gdLst/>
              <a:ahLst/>
              <a:cxnLst/>
              <a:rect l="l" t="t" r="r" b="b"/>
              <a:pathLst>
                <a:path w="4404" h="1" fill="none" extrusionOk="0">
                  <a:moveTo>
                    <a:pt x="0" y="1"/>
                  </a:moveTo>
                  <a:lnTo>
                    <a:pt x="4403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10174205" y="1627656"/>
              <a:ext cx="163035" cy="29"/>
            </a:xfrm>
            <a:custGeom>
              <a:avLst/>
              <a:gdLst/>
              <a:ahLst/>
              <a:cxnLst/>
              <a:rect l="l" t="t" r="r" b="b"/>
              <a:pathLst>
                <a:path w="5605" h="1" fill="none" extrusionOk="0">
                  <a:moveTo>
                    <a:pt x="0" y="1"/>
                  </a:moveTo>
                  <a:lnTo>
                    <a:pt x="5604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8219152" y="1757673"/>
              <a:ext cx="1036300" cy="29"/>
            </a:xfrm>
            <a:custGeom>
              <a:avLst/>
              <a:gdLst/>
              <a:ahLst/>
              <a:cxnLst/>
              <a:rect l="l" t="t" r="r" b="b"/>
              <a:pathLst>
                <a:path w="35627" h="1" fill="none" extrusionOk="0">
                  <a:moveTo>
                    <a:pt x="1" y="1"/>
                  </a:moveTo>
                  <a:lnTo>
                    <a:pt x="35626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9408676" y="1757673"/>
              <a:ext cx="186335" cy="29"/>
            </a:xfrm>
            <a:custGeom>
              <a:avLst/>
              <a:gdLst/>
              <a:ahLst/>
              <a:cxnLst/>
              <a:rect l="l" t="t" r="r" b="b"/>
              <a:pathLst>
                <a:path w="6406" h="1" fill="none" extrusionOk="0">
                  <a:moveTo>
                    <a:pt x="1" y="1"/>
                  </a:moveTo>
                  <a:lnTo>
                    <a:pt x="6405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9090440" y="1832396"/>
              <a:ext cx="504581" cy="29"/>
            </a:xfrm>
            <a:custGeom>
              <a:avLst/>
              <a:gdLst/>
              <a:ahLst/>
              <a:cxnLst/>
              <a:rect l="l" t="t" r="r" b="b"/>
              <a:pathLst>
                <a:path w="17347" h="1" fill="none" extrusionOk="0">
                  <a:moveTo>
                    <a:pt x="17346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8919673" y="1832396"/>
              <a:ext cx="101923" cy="29"/>
            </a:xfrm>
            <a:custGeom>
              <a:avLst/>
              <a:gdLst/>
              <a:ahLst/>
              <a:cxnLst/>
              <a:rect l="l" t="t" r="r" b="b"/>
              <a:pathLst>
                <a:path w="3504" h="1" fill="none" extrusionOk="0">
                  <a:moveTo>
                    <a:pt x="3503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8737271" y="1832396"/>
              <a:ext cx="101894" cy="29"/>
            </a:xfrm>
            <a:custGeom>
              <a:avLst/>
              <a:gdLst/>
              <a:ahLst/>
              <a:cxnLst/>
              <a:rect l="l" t="t" r="r" b="b"/>
              <a:pathLst>
                <a:path w="3503" h="1" fill="none" extrusionOk="0">
                  <a:moveTo>
                    <a:pt x="3503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8555829" y="1832396"/>
              <a:ext cx="100934" cy="29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8373428" y="1832396"/>
              <a:ext cx="100934" cy="29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8373428" y="1923582"/>
              <a:ext cx="1570900" cy="29"/>
            </a:xfrm>
            <a:custGeom>
              <a:avLst/>
              <a:gdLst/>
              <a:ahLst/>
              <a:cxnLst/>
              <a:rect l="l" t="t" r="r" b="b"/>
              <a:pathLst>
                <a:path w="54006" h="1" fill="none" extrusionOk="0">
                  <a:moveTo>
                    <a:pt x="54006" y="1"/>
                  </a:moveTo>
                  <a:lnTo>
                    <a:pt x="0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8219152" y="1832396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8219152" y="1923582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8219152" y="2014798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8219152" y="2105984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10039331" y="1923582"/>
              <a:ext cx="216411" cy="29"/>
            </a:xfrm>
            <a:custGeom>
              <a:avLst/>
              <a:gdLst/>
              <a:ahLst/>
              <a:cxnLst/>
              <a:rect l="l" t="t" r="r" b="b"/>
              <a:pathLst>
                <a:path w="7440" h="1" fill="none" extrusionOk="0">
                  <a:moveTo>
                    <a:pt x="1" y="1"/>
                  </a:moveTo>
                  <a:lnTo>
                    <a:pt x="7439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8369559" y="2014798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8369559" y="2107933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8369559" y="2202057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8369559" y="2295192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9090440" y="2295192"/>
              <a:ext cx="884929" cy="29"/>
            </a:xfrm>
            <a:custGeom>
              <a:avLst/>
              <a:gdLst/>
              <a:ahLst/>
              <a:cxnLst/>
              <a:rect l="l" t="t" r="r" b="b"/>
              <a:pathLst>
                <a:path w="30423" h="1" fill="none" extrusionOk="0">
                  <a:moveTo>
                    <a:pt x="0" y="1"/>
                  </a:moveTo>
                  <a:lnTo>
                    <a:pt x="30422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9615336" y="2202057"/>
              <a:ext cx="360016" cy="29"/>
            </a:xfrm>
            <a:custGeom>
              <a:avLst/>
              <a:gdLst/>
              <a:ahLst/>
              <a:cxnLst/>
              <a:rect l="l" t="t" r="r" b="b"/>
              <a:pathLst>
                <a:path w="12377" h="1" fill="none" extrusionOk="0">
                  <a:moveTo>
                    <a:pt x="1" y="0"/>
                  </a:moveTo>
                  <a:lnTo>
                    <a:pt x="12376" y="0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9832671" y="2105984"/>
              <a:ext cx="142674" cy="29"/>
            </a:xfrm>
            <a:custGeom>
              <a:avLst/>
              <a:gdLst/>
              <a:ahLst/>
              <a:cxnLst/>
              <a:rect l="l" t="t" r="r" b="b"/>
              <a:pathLst>
                <a:path w="4905" h="1" fill="none" extrusionOk="0">
                  <a:moveTo>
                    <a:pt x="1" y="1"/>
                  </a:moveTo>
                  <a:lnTo>
                    <a:pt x="4904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" name="Google Shape;382;p22"/>
          <p:cNvGrpSpPr/>
          <p:nvPr/>
        </p:nvGrpSpPr>
        <p:grpSpPr>
          <a:xfrm flipH="1">
            <a:off x="7058589" y="1071875"/>
            <a:ext cx="2085403" cy="2999739"/>
            <a:chOff x="7435625" y="1209875"/>
            <a:chExt cx="1470250" cy="2114875"/>
          </a:xfrm>
        </p:grpSpPr>
        <p:sp>
          <p:nvSpPr>
            <p:cNvPr id="383" name="Google Shape;383;p22"/>
            <p:cNvSpPr/>
            <p:nvPr/>
          </p:nvSpPr>
          <p:spPr>
            <a:xfrm>
              <a:off x="7658275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01" y="1"/>
                  </a:moveTo>
                  <a:cubicBezTo>
                    <a:pt x="168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168" y="101"/>
                    <a:pt x="401" y="101"/>
                  </a:cubicBezTo>
                  <a:lnTo>
                    <a:pt x="4404" y="101"/>
                  </a:lnTo>
                  <a:cubicBezTo>
                    <a:pt x="4637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7494000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0" y="201"/>
                    <a:pt x="0" y="434"/>
                  </a:cubicBezTo>
                  <a:lnTo>
                    <a:pt x="0" y="501"/>
                  </a:lnTo>
                  <a:cubicBezTo>
                    <a:pt x="0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4"/>
                  </a:lnTo>
                  <a:cubicBezTo>
                    <a:pt x="4837" y="201"/>
                    <a:pt x="4637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7821725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71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71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7970175" y="3087075"/>
              <a:ext cx="106775" cy="109250"/>
            </a:xfrm>
            <a:custGeom>
              <a:avLst/>
              <a:gdLst/>
              <a:ahLst/>
              <a:cxnLst/>
              <a:rect l="l" t="t" r="r" b="b"/>
              <a:pathLst>
                <a:path w="4271" h="4370" extrusionOk="0">
                  <a:moveTo>
                    <a:pt x="2135" y="0"/>
                  </a:moveTo>
                  <a:cubicBezTo>
                    <a:pt x="968" y="0"/>
                    <a:pt x="0" y="967"/>
                    <a:pt x="0" y="2168"/>
                  </a:cubicBezTo>
                  <a:cubicBezTo>
                    <a:pt x="0" y="3403"/>
                    <a:pt x="968" y="4370"/>
                    <a:pt x="2135" y="4370"/>
                  </a:cubicBezTo>
                  <a:cubicBezTo>
                    <a:pt x="3336" y="4370"/>
                    <a:pt x="4270" y="3403"/>
                    <a:pt x="4270" y="2168"/>
                  </a:cubicBezTo>
                  <a:cubicBezTo>
                    <a:pt x="4270" y="967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7970175" y="3087075"/>
              <a:ext cx="106775" cy="106750"/>
            </a:xfrm>
            <a:custGeom>
              <a:avLst/>
              <a:gdLst/>
              <a:ahLst/>
              <a:cxnLst/>
              <a:rect l="l" t="t" r="r" b="b"/>
              <a:pathLst>
                <a:path w="4271" h="4270" extrusionOk="0">
                  <a:moveTo>
                    <a:pt x="2135" y="0"/>
                  </a:moveTo>
                  <a:cubicBezTo>
                    <a:pt x="968" y="0"/>
                    <a:pt x="0" y="934"/>
                    <a:pt x="0" y="2135"/>
                  </a:cubicBezTo>
                  <a:cubicBezTo>
                    <a:pt x="0" y="3302"/>
                    <a:pt x="968" y="4270"/>
                    <a:pt x="2135" y="4270"/>
                  </a:cubicBezTo>
                  <a:cubicBezTo>
                    <a:pt x="3336" y="4270"/>
                    <a:pt x="4270" y="3302"/>
                    <a:pt x="4270" y="2135"/>
                  </a:cubicBezTo>
                  <a:cubicBezTo>
                    <a:pt x="4270" y="934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B6BA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7980175" y="3096250"/>
              <a:ext cx="87600" cy="88400"/>
            </a:xfrm>
            <a:custGeom>
              <a:avLst/>
              <a:gdLst/>
              <a:ahLst/>
              <a:cxnLst/>
              <a:rect l="l" t="t" r="r" b="b"/>
              <a:pathLst>
                <a:path w="3504" h="3536" extrusionOk="0">
                  <a:moveTo>
                    <a:pt x="1735" y="0"/>
                  </a:moveTo>
                  <a:cubicBezTo>
                    <a:pt x="768" y="0"/>
                    <a:pt x="1" y="801"/>
                    <a:pt x="1" y="1768"/>
                  </a:cubicBezTo>
                  <a:cubicBezTo>
                    <a:pt x="1" y="2735"/>
                    <a:pt x="768" y="3536"/>
                    <a:pt x="1735" y="3536"/>
                  </a:cubicBezTo>
                  <a:cubicBezTo>
                    <a:pt x="2703" y="3536"/>
                    <a:pt x="3503" y="2735"/>
                    <a:pt x="3503" y="1768"/>
                  </a:cubicBezTo>
                  <a:cubicBezTo>
                    <a:pt x="3503" y="801"/>
                    <a:pt x="2703" y="0"/>
                    <a:pt x="1735" y="0"/>
                  </a:cubicBezTo>
                  <a:close/>
                </a:path>
              </a:pathLst>
            </a:custGeom>
            <a:solidFill>
              <a:srgbClr val="D0D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7980175" y="3139600"/>
              <a:ext cx="87600" cy="45050"/>
            </a:xfrm>
            <a:custGeom>
              <a:avLst/>
              <a:gdLst/>
              <a:ahLst/>
              <a:cxnLst/>
              <a:rect l="l" t="t" r="r" b="b"/>
              <a:pathLst>
                <a:path w="3504" h="1802" extrusionOk="0">
                  <a:moveTo>
                    <a:pt x="1" y="1"/>
                  </a:moveTo>
                  <a:cubicBezTo>
                    <a:pt x="1" y="1"/>
                    <a:pt x="1" y="34"/>
                    <a:pt x="1" y="34"/>
                  </a:cubicBezTo>
                  <a:cubicBezTo>
                    <a:pt x="1" y="1001"/>
                    <a:pt x="768" y="1802"/>
                    <a:pt x="1735" y="1802"/>
                  </a:cubicBezTo>
                  <a:cubicBezTo>
                    <a:pt x="2703" y="1802"/>
                    <a:pt x="3503" y="1001"/>
                    <a:pt x="3503" y="34"/>
                  </a:cubicBezTo>
                  <a:cubicBezTo>
                    <a:pt x="3503" y="34"/>
                    <a:pt x="3503" y="34"/>
                    <a:pt x="3503" y="1"/>
                  </a:cubicBezTo>
                  <a:cubicBezTo>
                    <a:pt x="3503" y="968"/>
                    <a:pt x="2703" y="1735"/>
                    <a:pt x="1735" y="1735"/>
                  </a:cubicBezTo>
                  <a:cubicBezTo>
                    <a:pt x="768" y="1735"/>
                    <a:pt x="1" y="968"/>
                    <a:pt x="1" y="1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7631600" y="2647575"/>
              <a:ext cx="102600" cy="30900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0" y="268"/>
                    <a:pt x="0" y="601"/>
                  </a:cubicBezTo>
                  <a:cubicBezTo>
                    <a:pt x="0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7753350" y="2647575"/>
              <a:ext cx="102600" cy="30900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7478150" y="2827700"/>
              <a:ext cx="664675" cy="30900"/>
            </a:xfrm>
            <a:custGeom>
              <a:avLst/>
              <a:gdLst/>
              <a:ahLst/>
              <a:cxnLst/>
              <a:rect l="l" t="t" r="r" b="b"/>
              <a:pathLst>
                <a:path w="26587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25953" y="1235"/>
                  </a:lnTo>
                  <a:cubicBezTo>
                    <a:pt x="26286" y="1235"/>
                    <a:pt x="26586" y="968"/>
                    <a:pt x="26586" y="601"/>
                  </a:cubicBezTo>
                  <a:cubicBezTo>
                    <a:pt x="26586" y="268"/>
                    <a:pt x="26286" y="1"/>
                    <a:pt x="25953" y="1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7977675" y="2891100"/>
              <a:ext cx="130125" cy="31700"/>
            </a:xfrm>
            <a:custGeom>
              <a:avLst/>
              <a:gdLst/>
              <a:ahLst/>
              <a:cxnLst/>
              <a:rect l="l" t="t" r="r" b="b"/>
              <a:pathLst>
                <a:path w="5205" h="1268" extrusionOk="0">
                  <a:moveTo>
                    <a:pt x="634" y="0"/>
                  </a:moveTo>
                  <a:cubicBezTo>
                    <a:pt x="267" y="0"/>
                    <a:pt x="1" y="300"/>
                    <a:pt x="1" y="634"/>
                  </a:cubicBezTo>
                  <a:cubicBezTo>
                    <a:pt x="1" y="1001"/>
                    <a:pt x="267" y="1268"/>
                    <a:pt x="634" y="1268"/>
                  </a:cubicBezTo>
                  <a:lnTo>
                    <a:pt x="4571" y="1268"/>
                  </a:lnTo>
                  <a:cubicBezTo>
                    <a:pt x="4937" y="1268"/>
                    <a:pt x="5204" y="1001"/>
                    <a:pt x="5204" y="634"/>
                  </a:cubicBezTo>
                  <a:cubicBezTo>
                    <a:pt x="5204" y="300"/>
                    <a:pt x="4937" y="0"/>
                    <a:pt x="4571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7840925" y="2891100"/>
              <a:ext cx="117600" cy="31700"/>
            </a:xfrm>
            <a:custGeom>
              <a:avLst/>
              <a:gdLst/>
              <a:ahLst/>
              <a:cxnLst/>
              <a:rect l="l" t="t" r="r" b="b"/>
              <a:pathLst>
                <a:path w="4704" h="1268" extrusionOk="0">
                  <a:moveTo>
                    <a:pt x="634" y="0"/>
                  </a:moveTo>
                  <a:cubicBezTo>
                    <a:pt x="300" y="0"/>
                    <a:pt x="0" y="300"/>
                    <a:pt x="0" y="634"/>
                  </a:cubicBezTo>
                  <a:cubicBezTo>
                    <a:pt x="0" y="1001"/>
                    <a:pt x="300" y="1268"/>
                    <a:pt x="634" y="1268"/>
                  </a:cubicBezTo>
                  <a:lnTo>
                    <a:pt x="4070" y="1268"/>
                  </a:lnTo>
                  <a:cubicBezTo>
                    <a:pt x="4437" y="1268"/>
                    <a:pt x="4703" y="1001"/>
                    <a:pt x="4703" y="634"/>
                  </a:cubicBezTo>
                  <a:cubicBezTo>
                    <a:pt x="4703" y="300"/>
                    <a:pt x="4403" y="0"/>
                    <a:pt x="4070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7735850" y="2445775"/>
              <a:ext cx="619625" cy="520400"/>
            </a:xfrm>
            <a:custGeom>
              <a:avLst/>
              <a:gdLst/>
              <a:ahLst/>
              <a:cxnLst/>
              <a:rect l="l" t="t" r="r" b="b"/>
              <a:pathLst>
                <a:path w="24785" h="20816" extrusionOk="0">
                  <a:moveTo>
                    <a:pt x="20815" y="0"/>
                  </a:moveTo>
                  <a:lnTo>
                    <a:pt x="0" y="20815"/>
                  </a:lnTo>
                  <a:lnTo>
                    <a:pt x="4303" y="20815"/>
                  </a:lnTo>
                  <a:lnTo>
                    <a:pt x="24584" y="534"/>
                  </a:lnTo>
                  <a:lnTo>
                    <a:pt x="24784" y="0"/>
                  </a:lnTo>
                  <a:close/>
                </a:path>
              </a:pathLst>
            </a:custGeom>
            <a:solidFill>
              <a:srgbClr val="E1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7435625" y="1671050"/>
              <a:ext cx="1062450" cy="1653700"/>
            </a:xfrm>
            <a:custGeom>
              <a:avLst/>
              <a:gdLst/>
              <a:ahLst/>
              <a:cxnLst/>
              <a:rect l="l" t="t" r="r" b="b"/>
              <a:pathLst>
                <a:path w="42498" h="66148" extrusionOk="0">
                  <a:moveTo>
                    <a:pt x="2169" y="1"/>
                  </a:moveTo>
                  <a:cubicBezTo>
                    <a:pt x="968" y="1"/>
                    <a:pt x="0" y="968"/>
                    <a:pt x="0" y="2169"/>
                  </a:cubicBezTo>
                  <a:lnTo>
                    <a:pt x="0" y="63980"/>
                  </a:lnTo>
                  <a:cubicBezTo>
                    <a:pt x="0" y="65181"/>
                    <a:pt x="968" y="66148"/>
                    <a:pt x="2169" y="66148"/>
                  </a:cubicBezTo>
                  <a:lnTo>
                    <a:pt x="40329" y="66148"/>
                  </a:lnTo>
                  <a:cubicBezTo>
                    <a:pt x="41530" y="66148"/>
                    <a:pt x="42497" y="65181"/>
                    <a:pt x="42497" y="63980"/>
                  </a:cubicBezTo>
                  <a:lnTo>
                    <a:pt x="42497" y="2169"/>
                  </a:lnTo>
                  <a:cubicBezTo>
                    <a:pt x="42497" y="968"/>
                    <a:pt x="41530" y="1"/>
                    <a:pt x="40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7435625" y="1671050"/>
              <a:ext cx="1062450" cy="150125"/>
            </a:xfrm>
            <a:custGeom>
              <a:avLst/>
              <a:gdLst/>
              <a:ahLst/>
              <a:cxnLst/>
              <a:rect l="l" t="t" r="r" b="b"/>
              <a:pathLst>
                <a:path w="42498" h="6005" extrusionOk="0">
                  <a:moveTo>
                    <a:pt x="1635" y="1"/>
                  </a:moveTo>
                  <a:cubicBezTo>
                    <a:pt x="734" y="1"/>
                    <a:pt x="0" y="734"/>
                    <a:pt x="0" y="1635"/>
                  </a:cubicBezTo>
                  <a:lnTo>
                    <a:pt x="0" y="6005"/>
                  </a:lnTo>
                  <a:lnTo>
                    <a:pt x="42497" y="6005"/>
                  </a:lnTo>
                  <a:lnTo>
                    <a:pt x="42497" y="1635"/>
                  </a:lnTo>
                  <a:cubicBezTo>
                    <a:pt x="42497" y="734"/>
                    <a:pt x="41764" y="1"/>
                    <a:pt x="40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7493175" y="1866200"/>
              <a:ext cx="949850" cy="1409350"/>
            </a:xfrm>
            <a:custGeom>
              <a:avLst/>
              <a:gdLst/>
              <a:ahLst/>
              <a:cxnLst/>
              <a:rect l="l" t="t" r="r" b="b"/>
              <a:pathLst>
                <a:path w="37994" h="56374" extrusionOk="0">
                  <a:moveTo>
                    <a:pt x="36259" y="56374"/>
                  </a:moveTo>
                  <a:lnTo>
                    <a:pt x="1768" y="56374"/>
                  </a:lnTo>
                  <a:cubicBezTo>
                    <a:pt x="801" y="56374"/>
                    <a:pt x="0" y="55607"/>
                    <a:pt x="0" y="54639"/>
                  </a:cubicBezTo>
                  <a:lnTo>
                    <a:pt x="0" y="1735"/>
                  </a:lnTo>
                  <a:cubicBezTo>
                    <a:pt x="0" y="767"/>
                    <a:pt x="801" y="0"/>
                    <a:pt x="1768" y="0"/>
                  </a:cubicBezTo>
                  <a:lnTo>
                    <a:pt x="36259" y="0"/>
                  </a:lnTo>
                  <a:cubicBezTo>
                    <a:pt x="37227" y="0"/>
                    <a:pt x="37994" y="767"/>
                    <a:pt x="37994" y="1735"/>
                  </a:cubicBezTo>
                  <a:lnTo>
                    <a:pt x="37994" y="54639"/>
                  </a:lnTo>
                  <a:cubicBezTo>
                    <a:pt x="37994" y="55607"/>
                    <a:pt x="37227" y="56374"/>
                    <a:pt x="36259" y="56374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7725000" y="1721075"/>
              <a:ext cx="50900" cy="25900"/>
            </a:xfrm>
            <a:custGeom>
              <a:avLst/>
              <a:gdLst/>
              <a:ahLst/>
              <a:cxnLst/>
              <a:rect l="l" t="t" r="r" b="b"/>
              <a:pathLst>
                <a:path w="2036" h="1036" extrusionOk="0">
                  <a:moveTo>
                    <a:pt x="1001" y="1"/>
                  </a:moveTo>
                  <a:cubicBezTo>
                    <a:pt x="434" y="1"/>
                    <a:pt x="0" y="435"/>
                    <a:pt x="0" y="1002"/>
                  </a:cubicBezTo>
                  <a:lnTo>
                    <a:pt x="0" y="1035"/>
                  </a:lnTo>
                  <a:cubicBezTo>
                    <a:pt x="0" y="468"/>
                    <a:pt x="434" y="1"/>
                    <a:pt x="1001" y="1"/>
                  </a:cubicBezTo>
                  <a:close/>
                  <a:moveTo>
                    <a:pt x="1001" y="1"/>
                  </a:moveTo>
                  <a:cubicBezTo>
                    <a:pt x="1568" y="1"/>
                    <a:pt x="2035" y="468"/>
                    <a:pt x="2035" y="1035"/>
                  </a:cubicBezTo>
                  <a:lnTo>
                    <a:pt x="2035" y="1002"/>
                  </a:lnTo>
                  <a:cubicBezTo>
                    <a:pt x="2035" y="435"/>
                    <a:pt x="1568" y="1"/>
                    <a:pt x="1001" y="1"/>
                  </a:cubicBezTo>
                  <a:close/>
                </a:path>
              </a:pathLst>
            </a:custGeom>
            <a:solidFill>
              <a:srgbClr val="84FA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7539025" y="2031300"/>
              <a:ext cx="674675" cy="15875"/>
            </a:xfrm>
            <a:custGeom>
              <a:avLst/>
              <a:gdLst/>
              <a:ahLst/>
              <a:cxnLst/>
              <a:rect l="l" t="t" r="r" b="b"/>
              <a:pathLst>
                <a:path w="2698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26686" y="635"/>
                  </a:lnTo>
                  <a:cubicBezTo>
                    <a:pt x="26853" y="635"/>
                    <a:pt x="26987" y="501"/>
                    <a:pt x="26987" y="301"/>
                  </a:cubicBezTo>
                  <a:cubicBezTo>
                    <a:pt x="26987" y="134"/>
                    <a:pt x="26853" y="1"/>
                    <a:pt x="2668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8255375" y="2031300"/>
              <a:ext cx="65075" cy="15875"/>
            </a:xfrm>
            <a:custGeom>
              <a:avLst/>
              <a:gdLst/>
              <a:ahLst/>
              <a:cxnLst/>
              <a:rect l="l" t="t" r="r" b="b"/>
              <a:pathLst>
                <a:path w="2603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01" y="635"/>
                  </a:cubicBezTo>
                  <a:lnTo>
                    <a:pt x="2269" y="635"/>
                  </a:lnTo>
                  <a:cubicBezTo>
                    <a:pt x="2436" y="635"/>
                    <a:pt x="2602" y="501"/>
                    <a:pt x="2602" y="301"/>
                  </a:cubicBezTo>
                  <a:cubicBezTo>
                    <a:pt x="2602" y="134"/>
                    <a:pt x="2436" y="1"/>
                    <a:pt x="2269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8345450" y="2031300"/>
              <a:ext cx="52550" cy="15875"/>
            </a:xfrm>
            <a:custGeom>
              <a:avLst/>
              <a:gdLst/>
              <a:ahLst/>
              <a:cxnLst/>
              <a:rect l="l" t="t" r="r" b="b"/>
              <a:pathLst>
                <a:path w="2102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5"/>
                    <a:pt x="300" y="635"/>
                  </a:cubicBezTo>
                  <a:lnTo>
                    <a:pt x="1768" y="635"/>
                  </a:lnTo>
                  <a:cubicBezTo>
                    <a:pt x="1968" y="635"/>
                    <a:pt x="2102" y="501"/>
                    <a:pt x="2102" y="301"/>
                  </a:cubicBezTo>
                  <a:cubicBezTo>
                    <a:pt x="2102" y="134"/>
                    <a:pt x="1968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7539025" y="2105525"/>
              <a:ext cx="386150" cy="15875"/>
            </a:xfrm>
            <a:custGeom>
              <a:avLst/>
              <a:gdLst/>
              <a:ahLst/>
              <a:cxnLst/>
              <a:rect l="l" t="t" r="r" b="b"/>
              <a:pathLst>
                <a:path w="15446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5112" y="634"/>
                  </a:lnTo>
                  <a:cubicBezTo>
                    <a:pt x="15312" y="634"/>
                    <a:pt x="15445" y="501"/>
                    <a:pt x="15445" y="334"/>
                  </a:cubicBezTo>
                  <a:cubicBezTo>
                    <a:pt x="15445" y="134"/>
                    <a:pt x="15312" y="1"/>
                    <a:pt x="15112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7931800" y="2105525"/>
              <a:ext cx="121800" cy="15875"/>
            </a:xfrm>
            <a:custGeom>
              <a:avLst/>
              <a:gdLst/>
              <a:ahLst/>
              <a:cxnLst/>
              <a:rect l="l" t="t" r="r" b="b"/>
              <a:pathLst>
                <a:path w="4872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4571" y="634"/>
                  </a:lnTo>
                  <a:cubicBezTo>
                    <a:pt x="4738" y="634"/>
                    <a:pt x="4871" y="501"/>
                    <a:pt x="4871" y="334"/>
                  </a:cubicBezTo>
                  <a:cubicBezTo>
                    <a:pt x="4871" y="134"/>
                    <a:pt x="4738" y="1"/>
                    <a:pt x="4571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7971850" y="2148050"/>
              <a:ext cx="81750" cy="16700"/>
            </a:xfrm>
            <a:custGeom>
              <a:avLst/>
              <a:gdLst/>
              <a:ahLst/>
              <a:cxnLst/>
              <a:rect l="l" t="t" r="r" b="b"/>
              <a:pathLst>
                <a:path w="3270" h="668" extrusionOk="0">
                  <a:moveTo>
                    <a:pt x="334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34" y="668"/>
                  </a:cubicBezTo>
                  <a:lnTo>
                    <a:pt x="2969" y="668"/>
                  </a:lnTo>
                  <a:cubicBezTo>
                    <a:pt x="3136" y="668"/>
                    <a:pt x="3269" y="501"/>
                    <a:pt x="3269" y="334"/>
                  </a:cubicBezTo>
                  <a:cubicBezTo>
                    <a:pt x="3269" y="168"/>
                    <a:pt x="3136" y="1"/>
                    <a:pt x="296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7931800" y="2148050"/>
              <a:ext cx="24225" cy="16700"/>
            </a:xfrm>
            <a:custGeom>
              <a:avLst/>
              <a:gdLst/>
              <a:ahLst/>
              <a:cxnLst/>
              <a:rect l="l" t="t" r="r" b="b"/>
              <a:pathLst>
                <a:path w="969" h="668" extrusionOk="0">
                  <a:moveTo>
                    <a:pt x="335" y="1"/>
                  </a:moveTo>
                  <a:cubicBezTo>
                    <a:pt x="168" y="1"/>
                    <a:pt x="1" y="168"/>
                    <a:pt x="1" y="334"/>
                  </a:cubicBezTo>
                  <a:cubicBezTo>
                    <a:pt x="1" y="535"/>
                    <a:pt x="168" y="668"/>
                    <a:pt x="335" y="668"/>
                  </a:cubicBezTo>
                  <a:lnTo>
                    <a:pt x="635" y="668"/>
                  </a:lnTo>
                  <a:cubicBezTo>
                    <a:pt x="802" y="668"/>
                    <a:pt x="968" y="501"/>
                    <a:pt x="968" y="334"/>
                  </a:cubicBezTo>
                  <a:cubicBezTo>
                    <a:pt x="968" y="168"/>
                    <a:pt x="835" y="1"/>
                    <a:pt x="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7835900" y="2148050"/>
              <a:ext cx="73425" cy="16700"/>
            </a:xfrm>
            <a:custGeom>
              <a:avLst/>
              <a:gdLst/>
              <a:ahLst/>
              <a:cxnLst/>
              <a:rect l="l" t="t" r="r" b="b"/>
              <a:pathLst>
                <a:path w="2937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36" y="501"/>
                    <a:pt x="2936" y="334"/>
                  </a:cubicBezTo>
                  <a:cubicBezTo>
                    <a:pt x="2936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7731675" y="2148050"/>
              <a:ext cx="74250" cy="16700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0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00" y="668"/>
                  </a:cubicBezTo>
                  <a:lnTo>
                    <a:pt x="2635" y="668"/>
                  </a:lnTo>
                  <a:cubicBezTo>
                    <a:pt x="2802" y="668"/>
                    <a:pt x="2969" y="501"/>
                    <a:pt x="2936" y="334"/>
                  </a:cubicBezTo>
                  <a:cubicBezTo>
                    <a:pt x="2936" y="168"/>
                    <a:pt x="2802" y="1"/>
                    <a:pt x="2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7627425" y="2148050"/>
              <a:ext cx="74250" cy="16700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69" y="501"/>
                    <a:pt x="2969" y="334"/>
                  </a:cubicBezTo>
                  <a:cubicBezTo>
                    <a:pt x="2969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7627425" y="2200600"/>
              <a:ext cx="626300" cy="15875"/>
            </a:xfrm>
            <a:custGeom>
              <a:avLst/>
              <a:gdLst/>
              <a:ahLst/>
              <a:cxnLst/>
              <a:rect l="l" t="t" r="r" b="b"/>
              <a:pathLst>
                <a:path w="25052" h="635" extrusionOk="0">
                  <a:moveTo>
                    <a:pt x="301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24718" y="634"/>
                  </a:lnTo>
                  <a:cubicBezTo>
                    <a:pt x="24885" y="634"/>
                    <a:pt x="25052" y="501"/>
                    <a:pt x="25018" y="334"/>
                  </a:cubicBezTo>
                  <a:cubicBezTo>
                    <a:pt x="25018" y="134"/>
                    <a:pt x="24885" y="0"/>
                    <a:pt x="247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7539025" y="2148050"/>
              <a:ext cx="37550" cy="16700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8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7539025" y="2200600"/>
              <a:ext cx="37550" cy="15875"/>
            </a:xfrm>
            <a:custGeom>
              <a:avLst/>
              <a:gdLst/>
              <a:ahLst/>
              <a:cxnLst/>
              <a:rect l="l" t="t" r="r" b="b"/>
              <a:pathLst>
                <a:path w="1502" h="635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1"/>
                    <a:pt x="1468" y="334"/>
                  </a:cubicBezTo>
                  <a:cubicBezTo>
                    <a:pt x="1468" y="134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7539025" y="2252300"/>
              <a:ext cx="37550" cy="16700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7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7539025" y="2304850"/>
              <a:ext cx="37550" cy="15850"/>
            </a:xfrm>
            <a:custGeom>
              <a:avLst/>
              <a:gdLst/>
              <a:ahLst/>
              <a:cxnLst/>
              <a:rect l="l" t="t" r="r" b="b"/>
              <a:pathLst>
                <a:path w="1502" h="634" extrusionOk="0">
                  <a:moveTo>
                    <a:pt x="334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0"/>
                    <a:pt x="1468" y="300"/>
                  </a:cubicBezTo>
                  <a:cubicBezTo>
                    <a:pt x="1468" y="133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8292075" y="2200600"/>
              <a:ext cx="91750" cy="15875"/>
            </a:xfrm>
            <a:custGeom>
              <a:avLst/>
              <a:gdLst/>
              <a:ahLst/>
              <a:cxnLst/>
              <a:rect l="l" t="t" r="r" b="b"/>
              <a:pathLst>
                <a:path w="3670" h="635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3336" y="634"/>
                  </a:lnTo>
                  <a:cubicBezTo>
                    <a:pt x="3503" y="634"/>
                    <a:pt x="3670" y="501"/>
                    <a:pt x="3670" y="334"/>
                  </a:cubicBezTo>
                  <a:cubicBezTo>
                    <a:pt x="3670" y="134"/>
                    <a:pt x="3536" y="0"/>
                    <a:pt x="3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7624925" y="2252300"/>
              <a:ext cx="264375" cy="16700"/>
            </a:xfrm>
            <a:custGeom>
              <a:avLst/>
              <a:gdLst/>
              <a:ahLst/>
              <a:cxnLst/>
              <a:rect l="l" t="t" r="r" b="b"/>
              <a:pathLst>
                <a:path w="10575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0275" y="668"/>
                  </a:lnTo>
                  <a:cubicBezTo>
                    <a:pt x="10441" y="668"/>
                    <a:pt x="10575" y="501"/>
                    <a:pt x="10575" y="334"/>
                  </a:cubicBezTo>
                  <a:cubicBezTo>
                    <a:pt x="10575" y="167"/>
                    <a:pt x="10441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7971850" y="2412425"/>
              <a:ext cx="299400" cy="16700"/>
            </a:xfrm>
            <a:custGeom>
              <a:avLst/>
              <a:gdLst/>
              <a:ahLst/>
              <a:cxnLst/>
              <a:rect l="l" t="t" r="r" b="b"/>
              <a:pathLst>
                <a:path w="11976" h="668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0"/>
                    <a:pt x="134" y="667"/>
                    <a:pt x="300" y="667"/>
                  </a:cubicBezTo>
                  <a:lnTo>
                    <a:pt x="11642" y="667"/>
                  </a:lnTo>
                  <a:cubicBezTo>
                    <a:pt x="11842" y="667"/>
                    <a:pt x="11975" y="500"/>
                    <a:pt x="11975" y="334"/>
                  </a:cubicBezTo>
                  <a:cubicBezTo>
                    <a:pt x="11975" y="134"/>
                    <a:pt x="11842" y="0"/>
                    <a:pt x="116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8049400" y="2359050"/>
              <a:ext cx="221850" cy="16700"/>
            </a:xfrm>
            <a:custGeom>
              <a:avLst/>
              <a:gdLst/>
              <a:ahLst/>
              <a:cxnLst/>
              <a:rect l="l" t="t" r="r" b="b"/>
              <a:pathLst>
                <a:path w="8874" h="668" extrusionOk="0">
                  <a:moveTo>
                    <a:pt x="334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67"/>
                    <a:pt x="334" y="667"/>
                  </a:cubicBezTo>
                  <a:lnTo>
                    <a:pt x="8540" y="667"/>
                  </a:lnTo>
                  <a:cubicBezTo>
                    <a:pt x="8740" y="667"/>
                    <a:pt x="8873" y="501"/>
                    <a:pt x="8873" y="334"/>
                  </a:cubicBezTo>
                  <a:cubicBezTo>
                    <a:pt x="8873" y="134"/>
                    <a:pt x="8740" y="0"/>
                    <a:pt x="85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8173650" y="2304850"/>
              <a:ext cx="97600" cy="15850"/>
            </a:xfrm>
            <a:custGeom>
              <a:avLst/>
              <a:gdLst/>
              <a:ahLst/>
              <a:cxnLst/>
              <a:rect l="l" t="t" r="r" b="b"/>
              <a:pathLst>
                <a:path w="3904" h="634" extrusionOk="0">
                  <a:moveTo>
                    <a:pt x="301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01" y="634"/>
                  </a:cubicBezTo>
                  <a:lnTo>
                    <a:pt x="3570" y="634"/>
                  </a:lnTo>
                  <a:cubicBezTo>
                    <a:pt x="3770" y="634"/>
                    <a:pt x="3903" y="500"/>
                    <a:pt x="3903" y="300"/>
                  </a:cubicBezTo>
                  <a:cubicBezTo>
                    <a:pt x="3903" y="133"/>
                    <a:pt x="3770" y="0"/>
                    <a:pt x="3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7539025" y="1958750"/>
              <a:ext cx="312750" cy="15875"/>
            </a:xfrm>
            <a:custGeom>
              <a:avLst/>
              <a:gdLst/>
              <a:ahLst/>
              <a:cxnLst/>
              <a:rect l="l" t="t" r="r" b="b"/>
              <a:pathLst>
                <a:path w="1251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2176" y="635"/>
                  </a:lnTo>
                  <a:cubicBezTo>
                    <a:pt x="12376" y="635"/>
                    <a:pt x="12510" y="501"/>
                    <a:pt x="12510" y="334"/>
                  </a:cubicBezTo>
                  <a:cubicBezTo>
                    <a:pt x="12510" y="134"/>
                    <a:pt x="12376" y="1"/>
                    <a:pt x="12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7539025" y="2539175"/>
              <a:ext cx="505400" cy="16700"/>
            </a:xfrm>
            <a:custGeom>
              <a:avLst/>
              <a:gdLst/>
              <a:ahLst/>
              <a:cxnLst/>
              <a:rect l="l" t="t" r="r" b="b"/>
              <a:pathLst>
                <a:path w="20216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7539025" y="2603375"/>
              <a:ext cx="505400" cy="16725"/>
            </a:xfrm>
            <a:custGeom>
              <a:avLst/>
              <a:gdLst/>
              <a:ahLst/>
              <a:cxnLst/>
              <a:rect l="l" t="t" r="r" b="b"/>
              <a:pathLst>
                <a:path w="20216" h="669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7539025" y="2667600"/>
              <a:ext cx="504550" cy="16700"/>
            </a:xfrm>
            <a:custGeom>
              <a:avLst/>
              <a:gdLst/>
              <a:ahLst/>
              <a:cxnLst/>
              <a:rect l="l" t="t" r="r" b="b"/>
              <a:pathLst>
                <a:path w="20182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182" y="501"/>
                    <a:pt x="20182" y="334"/>
                  </a:cubicBezTo>
                  <a:cubicBezTo>
                    <a:pt x="20182" y="167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7539025" y="3051200"/>
              <a:ext cx="504550" cy="15875"/>
            </a:xfrm>
            <a:custGeom>
              <a:avLst/>
              <a:gdLst/>
              <a:ahLst/>
              <a:cxnLst/>
              <a:rect l="l" t="t" r="r" b="b"/>
              <a:pathLst>
                <a:path w="20182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9882" y="635"/>
                  </a:lnTo>
                  <a:cubicBezTo>
                    <a:pt x="20048" y="635"/>
                    <a:pt x="20182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7998525" y="2464950"/>
              <a:ext cx="150125" cy="15875"/>
            </a:xfrm>
            <a:custGeom>
              <a:avLst/>
              <a:gdLst/>
              <a:ahLst/>
              <a:cxnLst/>
              <a:rect l="l" t="t" r="r" b="b"/>
              <a:pathLst>
                <a:path w="6005" h="635" extrusionOk="0">
                  <a:moveTo>
                    <a:pt x="334" y="1"/>
                  </a:moveTo>
                  <a:cubicBezTo>
                    <a:pt x="167" y="1"/>
                    <a:pt x="1" y="134"/>
                    <a:pt x="1" y="334"/>
                  </a:cubicBezTo>
                  <a:cubicBezTo>
                    <a:pt x="1" y="501"/>
                    <a:pt x="167" y="634"/>
                    <a:pt x="334" y="634"/>
                  </a:cubicBezTo>
                  <a:lnTo>
                    <a:pt x="5671" y="634"/>
                  </a:lnTo>
                  <a:cubicBezTo>
                    <a:pt x="5838" y="634"/>
                    <a:pt x="6005" y="501"/>
                    <a:pt x="6005" y="334"/>
                  </a:cubicBezTo>
                  <a:cubicBezTo>
                    <a:pt x="6005" y="134"/>
                    <a:pt x="5838" y="1"/>
                    <a:pt x="5671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8197825" y="2464950"/>
              <a:ext cx="200175" cy="15875"/>
            </a:xfrm>
            <a:custGeom>
              <a:avLst/>
              <a:gdLst/>
              <a:ahLst/>
              <a:cxnLst/>
              <a:rect l="l" t="t" r="r" b="b"/>
              <a:pathLst>
                <a:path w="800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7673" y="634"/>
                  </a:lnTo>
                  <a:cubicBezTo>
                    <a:pt x="7873" y="634"/>
                    <a:pt x="8007" y="501"/>
                    <a:pt x="8007" y="334"/>
                  </a:cubicBezTo>
                  <a:cubicBezTo>
                    <a:pt x="8007" y="134"/>
                    <a:pt x="7873" y="1"/>
                    <a:pt x="7673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8197825" y="2539175"/>
              <a:ext cx="200175" cy="16700"/>
            </a:xfrm>
            <a:custGeom>
              <a:avLst/>
              <a:gdLst/>
              <a:ahLst/>
              <a:cxnLst/>
              <a:rect l="l" t="t" r="r" b="b"/>
              <a:pathLst>
                <a:path w="8007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7673" y="668"/>
                  </a:lnTo>
                  <a:cubicBezTo>
                    <a:pt x="7873" y="668"/>
                    <a:pt x="8007" y="501"/>
                    <a:pt x="8007" y="334"/>
                  </a:cubicBezTo>
                  <a:cubicBezTo>
                    <a:pt x="8007" y="134"/>
                    <a:pt x="7873" y="0"/>
                    <a:pt x="7673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2"/>
            <p:cNvSpPr/>
            <p:nvPr/>
          </p:nvSpPr>
          <p:spPr>
            <a:xfrm>
              <a:off x="7539025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70" y="501"/>
                    <a:pt x="3070" y="301"/>
                  </a:cubicBezTo>
                  <a:cubicBezTo>
                    <a:pt x="3070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7539025" y="3197150"/>
              <a:ext cx="76750" cy="16700"/>
            </a:xfrm>
            <a:custGeom>
              <a:avLst/>
              <a:gdLst/>
              <a:ahLst/>
              <a:cxnLst/>
              <a:rect l="l" t="t" r="r" b="b"/>
              <a:pathLst>
                <a:path w="3070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7"/>
                    <a:pt x="334" y="667"/>
                  </a:cubicBezTo>
                  <a:lnTo>
                    <a:pt x="2736" y="667"/>
                  </a:lnTo>
                  <a:cubicBezTo>
                    <a:pt x="2903" y="667"/>
                    <a:pt x="3070" y="501"/>
                    <a:pt x="3070" y="334"/>
                  </a:cubicBezTo>
                  <a:cubicBezTo>
                    <a:pt x="3070" y="167"/>
                    <a:pt x="2903" y="0"/>
                    <a:pt x="2736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2"/>
            <p:cNvSpPr/>
            <p:nvPr/>
          </p:nvSpPr>
          <p:spPr>
            <a:xfrm>
              <a:off x="7635775" y="3197150"/>
              <a:ext cx="469525" cy="16700"/>
            </a:xfrm>
            <a:custGeom>
              <a:avLst/>
              <a:gdLst/>
              <a:ahLst/>
              <a:cxnLst/>
              <a:rect l="l" t="t" r="r" b="b"/>
              <a:pathLst>
                <a:path w="18781" h="668" extrusionOk="0">
                  <a:moveTo>
                    <a:pt x="300" y="0"/>
                  </a:moveTo>
                  <a:cubicBezTo>
                    <a:pt x="134" y="0"/>
                    <a:pt x="0" y="167"/>
                    <a:pt x="0" y="334"/>
                  </a:cubicBezTo>
                  <a:cubicBezTo>
                    <a:pt x="0" y="501"/>
                    <a:pt x="134" y="667"/>
                    <a:pt x="300" y="667"/>
                  </a:cubicBezTo>
                  <a:lnTo>
                    <a:pt x="18447" y="667"/>
                  </a:lnTo>
                  <a:cubicBezTo>
                    <a:pt x="18647" y="667"/>
                    <a:pt x="18780" y="501"/>
                    <a:pt x="18780" y="334"/>
                  </a:cubicBezTo>
                  <a:cubicBezTo>
                    <a:pt x="18780" y="167"/>
                    <a:pt x="18647" y="0"/>
                    <a:pt x="18447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2"/>
            <p:cNvSpPr/>
            <p:nvPr/>
          </p:nvSpPr>
          <p:spPr>
            <a:xfrm>
              <a:off x="7657450" y="3148775"/>
              <a:ext cx="75900" cy="15875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2"/>
            <p:cNvSpPr/>
            <p:nvPr/>
          </p:nvSpPr>
          <p:spPr>
            <a:xfrm>
              <a:off x="7775025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68" y="1"/>
                    <a:pt x="1" y="134"/>
                    <a:pt x="1" y="301"/>
                  </a:cubicBezTo>
                  <a:cubicBezTo>
                    <a:pt x="1" y="501"/>
                    <a:pt x="168" y="634"/>
                    <a:pt x="334" y="634"/>
                  </a:cubicBezTo>
                  <a:lnTo>
                    <a:pt x="2736" y="634"/>
                  </a:lnTo>
                  <a:cubicBezTo>
                    <a:pt x="2936" y="634"/>
                    <a:pt x="3070" y="501"/>
                    <a:pt x="3070" y="301"/>
                  </a:cubicBezTo>
                  <a:cubicBezTo>
                    <a:pt x="3070" y="134"/>
                    <a:pt x="2936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7893450" y="3148775"/>
              <a:ext cx="75925" cy="15875"/>
            </a:xfrm>
            <a:custGeom>
              <a:avLst/>
              <a:gdLst/>
              <a:ahLst/>
              <a:cxnLst/>
              <a:rect l="l" t="t" r="r" b="b"/>
              <a:pathLst>
                <a:path w="303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2"/>
            <p:cNvSpPr/>
            <p:nvPr/>
          </p:nvSpPr>
          <p:spPr>
            <a:xfrm>
              <a:off x="8011875" y="3148775"/>
              <a:ext cx="75900" cy="15875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2702" y="634"/>
                  </a:lnTo>
                  <a:cubicBezTo>
                    <a:pt x="2902" y="634"/>
                    <a:pt x="3036" y="501"/>
                    <a:pt x="3036" y="301"/>
                  </a:cubicBezTo>
                  <a:cubicBezTo>
                    <a:pt x="3036" y="134"/>
                    <a:pt x="2902" y="1"/>
                    <a:pt x="27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2"/>
            <p:cNvSpPr/>
            <p:nvPr/>
          </p:nvSpPr>
          <p:spPr>
            <a:xfrm>
              <a:off x="8129450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69" y="501"/>
                    <a:pt x="3069" y="301"/>
                  </a:cubicBezTo>
                  <a:cubicBezTo>
                    <a:pt x="3069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2"/>
            <p:cNvSpPr/>
            <p:nvPr/>
          </p:nvSpPr>
          <p:spPr>
            <a:xfrm>
              <a:off x="8247875" y="3148775"/>
              <a:ext cx="51725" cy="15875"/>
            </a:xfrm>
            <a:custGeom>
              <a:avLst/>
              <a:gdLst/>
              <a:ahLst/>
              <a:cxnLst/>
              <a:rect l="l" t="t" r="r" b="b"/>
              <a:pathLst>
                <a:path w="2069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1768" y="634"/>
                  </a:lnTo>
                  <a:cubicBezTo>
                    <a:pt x="1935" y="634"/>
                    <a:pt x="2068" y="501"/>
                    <a:pt x="2068" y="301"/>
                  </a:cubicBezTo>
                  <a:cubicBezTo>
                    <a:pt x="2068" y="134"/>
                    <a:pt x="1935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2"/>
            <p:cNvSpPr/>
            <p:nvPr/>
          </p:nvSpPr>
          <p:spPr>
            <a:xfrm>
              <a:off x="8089425" y="1209875"/>
              <a:ext cx="816450" cy="748075"/>
            </a:xfrm>
            <a:custGeom>
              <a:avLst/>
              <a:gdLst/>
              <a:ahLst/>
              <a:cxnLst/>
              <a:rect l="l" t="t" r="r" b="b"/>
              <a:pathLst>
                <a:path w="32658" h="29923" extrusionOk="0">
                  <a:moveTo>
                    <a:pt x="1335" y="1"/>
                  </a:moveTo>
                  <a:cubicBezTo>
                    <a:pt x="601" y="1"/>
                    <a:pt x="0" y="601"/>
                    <a:pt x="0" y="1302"/>
                  </a:cubicBezTo>
                  <a:lnTo>
                    <a:pt x="0" y="28621"/>
                  </a:lnTo>
                  <a:cubicBezTo>
                    <a:pt x="0" y="29355"/>
                    <a:pt x="601" y="29922"/>
                    <a:pt x="1335" y="29922"/>
                  </a:cubicBezTo>
                  <a:lnTo>
                    <a:pt x="31356" y="29922"/>
                  </a:lnTo>
                  <a:cubicBezTo>
                    <a:pt x="32090" y="29922"/>
                    <a:pt x="32657" y="29355"/>
                    <a:pt x="32657" y="28621"/>
                  </a:cubicBezTo>
                  <a:lnTo>
                    <a:pt x="32657" y="1302"/>
                  </a:lnTo>
                  <a:cubicBezTo>
                    <a:pt x="32657" y="601"/>
                    <a:pt x="32090" y="1"/>
                    <a:pt x="31356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2"/>
            <p:cNvSpPr/>
            <p:nvPr/>
          </p:nvSpPr>
          <p:spPr>
            <a:xfrm>
              <a:off x="8134450" y="1359150"/>
              <a:ext cx="729725" cy="561275"/>
            </a:xfrm>
            <a:custGeom>
              <a:avLst/>
              <a:gdLst/>
              <a:ahLst/>
              <a:cxnLst/>
              <a:rect l="l" t="t" r="r" b="b"/>
              <a:pathLst>
                <a:path w="29189" h="22451" extrusionOk="0">
                  <a:moveTo>
                    <a:pt x="28188" y="22450"/>
                  </a:moveTo>
                  <a:lnTo>
                    <a:pt x="1001" y="22450"/>
                  </a:lnTo>
                  <a:cubicBezTo>
                    <a:pt x="434" y="22450"/>
                    <a:pt x="1" y="22017"/>
                    <a:pt x="1" y="21450"/>
                  </a:cubicBezTo>
                  <a:lnTo>
                    <a:pt x="1" y="1002"/>
                  </a:lnTo>
                  <a:cubicBezTo>
                    <a:pt x="1" y="468"/>
                    <a:pt x="434" y="1"/>
                    <a:pt x="1001" y="1"/>
                  </a:cubicBezTo>
                  <a:lnTo>
                    <a:pt x="28188" y="1"/>
                  </a:lnTo>
                  <a:cubicBezTo>
                    <a:pt x="28755" y="1"/>
                    <a:pt x="29188" y="468"/>
                    <a:pt x="29188" y="1002"/>
                  </a:cubicBezTo>
                  <a:lnTo>
                    <a:pt x="29188" y="21450"/>
                  </a:lnTo>
                  <a:cubicBezTo>
                    <a:pt x="29188" y="22017"/>
                    <a:pt x="28755" y="22450"/>
                    <a:pt x="28188" y="22450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2"/>
            <p:cNvSpPr/>
            <p:nvPr/>
          </p:nvSpPr>
          <p:spPr>
            <a:xfrm>
              <a:off x="8169475" y="1485925"/>
              <a:ext cx="518725" cy="12525"/>
            </a:xfrm>
            <a:custGeom>
              <a:avLst/>
              <a:gdLst/>
              <a:ahLst/>
              <a:cxnLst/>
              <a:rect l="l" t="t" r="r" b="b"/>
              <a:pathLst>
                <a:path w="2074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0482" y="501"/>
                  </a:lnTo>
                  <a:cubicBezTo>
                    <a:pt x="20615" y="501"/>
                    <a:pt x="20749" y="401"/>
                    <a:pt x="20716" y="267"/>
                  </a:cubicBezTo>
                  <a:cubicBezTo>
                    <a:pt x="20716" y="134"/>
                    <a:pt x="20615" y="0"/>
                    <a:pt x="20482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2"/>
            <p:cNvSpPr/>
            <p:nvPr/>
          </p:nvSpPr>
          <p:spPr>
            <a:xfrm>
              <a:off x="8719875" y="1485925"/>
              <a:ext cx="50050" cy="12525"/>
            </a:xfrm>
            <a:custGeom>
              <a:avLst/>
              <a:gdLst/>
              <a:ahLst/>
              <a:cxnLst/>
              <a:rect l="l" t="t" r="r" b="b"/>
              <a:pathLst>
                <a:path w="2002" h="501" extrusionOk="0">
                  <a:moveTo>
                    <a:pt x="234" y="0"/>
                  </a:moveTo>
                  <a:cubicBezTo>
                    <a:pt x="101" y="0"/>
                    <a:pt x="0" y="134"/>
                    <a:pt x="0" y="267"/>
                  </a:cubicBezTo>
                  <a:cubicBezTo>
                    <a:pt x="0" y="401"/>
                    <a:pt x="101" y="501"/>
                    <a:pt x="234" y="501"/>
                  </a:cubicBezTo>
                  <a:lnTo>
                    <a:pt x="1735" y="501"/>
                  </a:lnTo>
                  <a:cubicBezTo>
                    <a:pt x="1868" y="501"/>
                    <a:pt x="2002" y="401"/>
                    <a:pt x="2002" y="267"/>
                  </a:cubicBezTo>
                  <a:cubicBezTo>
                    <a:pt x="2002" y="134"/>
                    <a:pt x="1868" y="0"/>
                    <a:pt x="173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2"/>
            <p:cNvSpPr/>
            <p:nvPr/>
          </p:nvSpPr>
          <p:spPr>
            <a:xfrm>
              <a:off x="8169475" y="1543450"/>
              <a:ext cx="296900" cy="12550"/>
            </a:xfrm>
            <a:custGeom>
              <a:avLst/>
              <a:gdLst/>
              <a:ahLst/>
              <a:cxnLst/>
              <a:rect l="l" t="t" r="r" b="b"/>
              <a:pathLst>
                <a:path w="11876" h="502" extrusionOk="0">
                  <a:moveTo>
                    <a:pt x="234" y="1"/>
                  </a:moveTo>
                  <a:cubicBezTo>
                    <a:pt x="101" y="1"/>
                    <a:pt x="1" y="134"/>
                    <a:pt x="1" y="268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11609" y="501"/>
                  </a:lnTo>
                  <a:cubicBezTo>
                    <a:pt x="11742" y="501"/>
                    <a:pt x="11876" y="401"/>
                    <a:pt x="11876" y="268"/>
                  </a:cubicBezTo>
                  <a:cubicBezTo>
                    <a:pt x="11876" y="134"/>
                    <a:pt x="11742" y="1"/>
                    <a:pt x="1160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2"/>
            <p:cNvSpPr/>
            <p:nvPr/>
          </p:nvSpPr>
          <p:spPr>
            <a:xfrm>
              <a:off x="8470525" y="1543450"/>
              <a:ext cx="94275" cy="12550"/>
            </a:xfrm>
            <a:custGeom>
              <a:avLst/>
              <a:gdLst/>
              <a:ahLst/>
              <a:cxnLst/>
              <a:rect l="l" t="t" r="r" b="b"/>
              <a:pathLst>
                <a:path w="3771" h="502" extrusionOk="0">
                  <a:moveTo>
                    <a:pt x="268" y="1"/>
                  </a:moveTo>
                  <a:cubicBezTo>
                    <a:pt x="134" y="1"/>
                    <a:pt x="1" y="134"/>
                    <a:pt x="1" y="268"/>
                  </a:cubicBezTo>
                  <a:cubicBezTo>
                    <a:pt x="1" y="401"/>
                    <a:pt x="134" y="501"/>
                    <a:pt x="268" y="501"/>
                  </a:cubicBezTo>
                  <a:lnTo>
                    <a:pt x="3537" y="501"/>
                  </a:lnTo>
                  <a:cubicBezTo>
                    <a:pt x="3670" y="501"/>
                    <a:pt x="3770" y="401"/>
                    <a:pt x="3770" y="268"/>
                  </a:cubicBezTo>
                  <a:cubicBezTo>
                    <a:pt x="3770" y="134"/>
                    <a:pt x="3670" y="1"/>
                    <a:pt x="3537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8502225" y="1576825"/>
              <a:ext cx="62575" cy="11700"/>
            </a:xfrm>
            <a:custGeom>
              <a:avLst/>
              <a:gdLst/>
              <a:ahLst/>
              <a:cxnLst/>
              <a:rect l="l" t="t" r="r" b="b"/>
              <a:pathLst>
                <a:path w="2503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269" y="467"/>
                  </a:lnTo>
                  <a:cubicBezTo>
                    <a:pt x="2402" y="467"/>
                    <a:pt x="2502" y="367"/>
                    <a:pt x="2502" y="234"/>
                  </a:cubicBezTo>
                  <a:cubicBezTo>
                    <a:pt x="2502" y="100"/>
                    <a:pt x="2402" y="0"/>
                    <a:pt x="2269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2"/>
            <p:cNvSpPr/>
            <p:nvPr/>
          </p:nvSpPr>
          <p:spPr>
            <a:xfrm>
              <a:off x="8471375" y="1576825"/>
              <a:ext cx="18350" cy="11700"/>
            </a:xfrm>
            <a:custGeom>
              <a:avLst/>
              <a:gdLst/>
              <a:ahLst/>
              <a:cxnLst/>
              <a:rect l="l" t="t" r="r" b="b"/>
              <a:pathLst>
                <a:path w="734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467" y="467"/>
                  </a:lnTo>
                  <a:cubicBezTo>
                    <a:pt x="600" y="467"/>
                    <a:pt x="734" y="367"/>
                    <a:pt x="734" y="234"/>
                  </a:cubicBezTo>
                  <a:cubicBezTo>
                    <a:pt x="734" y="100"/>
                    <a:pt x="600" y="0"/>
                    <a:pt x="467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2"/>
            <p:cNvSpPr/>
            <p:nvPr/>
          </p:nvSpPr>
          <p:spPr>
            <a:xfrm>
              <a:off x="8397150" y="1576825"/>
              <a:ext cx="56725" cy="11700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035" y="467"/>
                  </a:lnTo>
                  <a:cubicBezTo>
                    <a:pt x="2168" y="467"/>
                    <a:pt x="2269" y="367"/>
                    <a:pt x="2269" y="234"/>
                  </a:cubicBezTo>
                  <a:cubicBezTo>
                    <a:pt x="2269" y="100"/>
                    <a:pt x="2168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2"/>
            <p:cNvSpPr/>
            <p:nvPr/>
          </p:nvSpPr>
          <p:spPr>
            <a:xfrm>
              <a:off x="8317075" y="1576825"/>
              <a:ext cx="56750" cy="11700"/>
            </a:xfrm>
            <a:custGeom>
              <a:avLst/>
              <a:gdLst/>
              <a:ahLst/>
              <a:cxnLst/>
              <a:rect l="l" t="t" r="r" b="b"/>
              <a:pathLst>
                <a:path w="2270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6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6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8237025" y="1576825"/>
              <a:ext cx="56725" cy="11700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5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2"/>
            <p:cNvSpPr/>
            <p:nvPr/>
          </p:nvSpPr>
          <p:spPr>
            <a:xfrm>
              <a:off x="8237025" y="1616850"/>
              <a:ext cx="481200" cy="11700"/>
            </a:xfrm>
            <a:custGeom>
              <a:avLst/>
              <a:gdLst/>
              <a:ahLst/>
              <a:cxnLst/>
              <a:rect l="l" t="t" r="r" b="b"/>
              <a:pathLst>
                <a:path w="19248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19014" y="467"/>
                  </a:lnTo>
                  <a:cubicBezTo>
                    <a:pt x="19148" y="467"/>
                    <a:pt x="19248" y="367"/>
                    <a:pt x="19248" y="234"/>
                  </a:cubicBezTo>
                  <a:cubicBezTo>
                    <a:pt x="19248" y="100"/>
                    <a:pt x="19148" y="0"/>
                    <a:pt x="190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8169475" y="1576825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8169475" y="1616850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8169475" y="1656875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1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8747400" y="1616850"/>
              <a:ext cx="70900" cy="11700"/>
            </a:xfrm>
            <a:custGeom>
              <a:avLst/>
              <a:gdLst/>
              <a:ahLst/>
              <a:cxnLst/>
              <a:rect l="l" t="t" r="r" b="b"/>
              <a:pathLst>
                <a:path w="2836" h="468" extrusionOk="0">
                  <a:moveTo>
                    <a:pt x="267" y="0"/>
                  </a:moveTo>
                  <a:cubicBezTo>
                    <a:pt x="134" y="0"/>
                    <a:pt x="0" y="100"/>
                    <a:pt x="0" y="234"/>
                  </a:cubicBezTo>
                  <a:cubicBezTo>
                    <a:pt x="0" y="367"/>
                    <a:pt x="134" y="467"/>
                    <a:pt x="267" y="467"/>
                  </a:cubicBezTo>
                  <a:lnTo>
                    <a:pt x="2602" y="467"/>
                  </a:lnTo>
                  <a:cubicBezTo>
                    <a:pt x="2736" y="467"/>
                    <a:pt x="2836" y="367"/>
                    <a:pt x="2836" y="234"/>
                  </a:cubicBezTo>
                  <a:cubicBezTo>
                    <a:pt x="2836" y="100"/>
                    <a:pt x="2736" y="0"/>
                    <a:pt x="26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8235350" y="1656875"/>
              <a:ext cx="203525" cy="11700"/>
            </a:xfrm>
            <a:custGeom>
              <a:avLst/>
              <a:gdLst/>
              <a:ahLst/>
              <a:cxnLst/>
              <a:rect l="l" t="t" r="r" b="b"/>
              <a:pathLst>
                <a:path w="8141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7873" y="467"/>
                  </a:lnTo>
                  <a:cubicBezTo>
                    <a:pt x="8007" y="467"/>
                    <a:pt x="8140" y="367"/>
                    <a:pt x="8140" y="234"/>
                  </a:cubicBezTo>
                  <a:cubicBezTo>
                    <a:pt x="8140" y="101"/>
                    <a:pt x="8007" y="0"/>
                    <a:pt x="78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8502225" y="1708575"/>
              <a:ext cx="229350" cy="12525"/>
            </a:xfrm>
            <a:custGeom>
              <a:avLst/>
              <a:gdLst/>
              <a:ahLst/>
              <a:cxnLst/>
              <a:rect l="l" t="t" r="r" b="b"/>
              <a:pathLst>
                <a:path w="9174" h="501" extrusionOk="0">
                  <a:moveTo>
                    <a:pt x="234" y="1"/>
                  </a:moveTo>
                  <a:cubicBezTo>
                    <a:pt x="100" y="1"/>
                    <a:pt x="0" y="134"/>
                    <a:pt x="0" y="267"/>
                  </a:cubicBezTo>
                  <a:cubicBezTo>
                    <a:pt x="0" y="401"/>
                    <a:pt x="100" y="501"/>
                    <a:pt x="234" y="501"/>
                  </a:cubicBezTo>
                  <a:lnTo>
                    <a:pt x="8940" y="501"/>
                  </a:lnTo>
                  <a:cubicBezTo>
                    <a:pt x="9073" y="501"/>
                    <a:pt x="9173" y="401"/>
                    <a:pt x="9173" y="267"/>
                  </a:cubicBezTo>
                  <a:cubicBezTo>
                    <a:pt x="9173" y="134"/>
                    <a:pt x="9073" y="1"/>
                    <a:pt x="89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8656500" y="1681050"/>
              <a:ext cx="75075" cy="12550"/>
            </a:xfrm>
            <a:custGeom>
              <a:avLst/>
              <a:gdLst/>
              <a:ahLst/>
              <a:cxnLst/>
              <a:rect l="l" t="t" r="r" b="b"/>
              <a:pathLst>
                <a:path w="3003" h="502" extrusionOk="0">
                  <a:moveTo>
                    <a:pt x="267" y="1"/>
                  </a:moveTo>
                  <a:cubicBezTo>
                    <a:pt x="134" y="1"/>
                    <a:pt x="0" y="101"/>
                    <a:pt x="0" y="268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2769" y="501"/>
                  </a:lnTo>
                  <a:cubicBezTo>
                    <a:pt x="2902" y="501"/>
                    <a:pt x="3002" y="401"/>
                    <a:pt x="3002" y="268"/>
                  </a:cubicBezTo>
                  <a:cubicBezTo>
                    <a:pt x="3002" y="101"/>
                    <a:pt x="2902" y="1"/>
                    <a:pt x="2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8169475" y="1430875"/>
              <a:ext cx="240200" cy="12550"/>
            </a:xfrm>
            <a:custGeom>
              <a:avLst/>
              <a:gdLst/>
              <a:ahLst/>
              <a:cxnLst/>
              <a:rect l="l" t="t" r="r" b="b"/>
              <a:pathLst>
                <a:path w="9608" h="502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501"/>
                    <a:pt x="234" y="501"/>
                  </a:cubicBezTo>
                  <a:lnTo>
                    <a:pt x="9341" y="501"/>
                  </a:lnTo>
                  <a:cubicBezTo>
                    <a:pt x="9474" y="501"/>
                    <a:pt x="9608" y="368"/>
                    <a:pt x="9608" y="234"/>
                  </a:cubicBezTo>
                  <a:cubicBezTo>
                    <a:pt x="9608" y="101"/>
                    <a:pt x="9474" y="1"/>
                    <a:pt x="9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8169475" y="1821150"/>
              <a:ext cx="387800" cy="11700"/>
            </a:xfrm>
            <a:custGeom>
              <a:avLst/>
              <a:gdLst/>
              <a:ahLst/>
              <a:cxnLst/>
              <a:rect l="l" t="t" r="r" b="b"/>
              <a:pathLst>
                <a:path w="15512" h="468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468"/>
                    <a:pt x="234" y="468"/>
                  </a:cubicBezTo>
                  <a:lnTo>
                    <a:pt x="15278" y="468"/>
                  </a:lnTo>
                  <a:cubicBezTo>
                    <a:pt x="15412" y="468"/>
                    <a:pt x="15512" y="368"/>
                    <a:pt x="15512" y="234"/>
                  </a:cubicBezTo>
                  <a:cubicBezTo>
                    <a:pt x="15512" y="101"/>
                    <a:pt x="15412" y="1"/>
                    <a:pt x="152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2"/>
            <p:cNvSpPr/>
            <p:nvPr/>
          </p:nvSpPr>
          <p:spPr>
            <a:xfrm>
              <a:off x="8522225" y="1749450"/>
              <a:ext cx="115125" cy="11700"/>
            </a:xfrm>
            <a:custGeom>
              <a:avLst/>
              <a:gdLst/>
              <a:ahLst/>
              <a:cxnLst/>
              <a:rect l="l" t="t" r="r" b="b"/>
              <a:pathLst>
                <a:path w="4605" h="468" extrusionOk="0">
                  <a:moveTo>
                    <a:pt x="268" y="0"/>
                  </a:moveTo>
                  <a:cubicBezTo>
                    <a:pt x="134" y="0"/>
                    <a:pt x="1" y="100"/>
                    <a:pt x="1" y="234"/>
                  </a:cubicBezTo>
                  <a:cubicBezTo>
                    <a:pt x="1" y="367"/>
                    <a:pt x="134" y="467"/>
                    <a:pt x="268" y="467"/>
                  </a:cubicBezTo>
                  <a:lnTo>
                    <a:pt x="4371" y="467"/>
                  </a:lnTo>
                  <a:cubicBezTo>
                    <a:pt x="4504" y="467"/>
                    <a:pt x="4604" y="367"/>
                    <a:pt x="4604" y="234"/>
                  </a:cubicBezTo>
                  <a:cubicBezTo>
                    <a:pt x="4604" y="100"/>
                    <a:pt x="4504" y="0"/>
                    <a:pt x="4371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2"/>
            <p:cNvSpPr/>
            <p:nvPr/>
          </p:nvSpPr>
          <p:spPr>
            <a:xfrm>
              <a:off x="8675675" y="1749450"/>
              <a:ext cx="153475" cy="11700"/>
            </a:xfrm>
            <a:custGeom>
              <a:avLst/>
              <a:gdLst/>
              <a:ahLst/>
              <a:cxnLst/>
              <a:rect l="l" t="t" r="r" b="b"/>
              <a:pathLst>
                <a:path w="613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5905" y="467"/>
                  </a:lnTo>
                  <a:cubicBezTo>
                    <a:pt x="6038" y="467"/>
                    <a:pt x="6138" y="367"/>
                    <a:pt x="6138" y="234"/>
                  </a:cubicBezTo>
                  <a:cubicBezTo>
                    <a:pt x="6138" y="100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2"/>
            <p:cNvSpPr/>
            <p:nvPr/>
          </p:nvSpPr>
          <p:spPr>
            <a:xfrm>
              <a:off x="8675675" y="1806150"/>
              <a:ext cx="153475" cy="12525"/>
            </a:xfrm>
            <a:custGeom>
              <a:avLst/>
              <a:gdLst/>
              <a:ahLst/>
              <a:cxnLst/>
              <a:rect l="l" t="t" r="r" b="b"/>
              <a:pathLst>
                <a:path w="613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5905" y="501"/>
                  </a:lnTo>
                  <a:cubicBezTo>
                    <a:pt x="6038" y="501"/>
                    <a:pt x="6138" y="401"/>
                    <a:pt x="6138" y="267"/>
                  </a:cubicBezTo>
                  <a:cubicBezTo>
                    <a:pt x="6138" y="134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2"/>
            <p:cNvSpPr/>
            <p:nvPr/>
          </p:nvSpPr>
          <p:spPr>
            <a:xfrm>
              <a:off x="8169475" y="1860350"/>
              <a:ext cx="58400" cy="12525"/>
            </a:xfrm>
            <a:custGeom>
              <a:avLst/>
              <a:gdLst/>
              <a:ahLst/>
              <a:cxnLst/>
              <a:rect l="l" t="t" r="r" b="b"/>
              <a:pathLst>
                <a:path w="2336" h="501" extrusionOk="0">
                  <a:moveTo>
                    <a:pt x="234" y="1"/>
                  </a:moveTo>
                  <a:cubicBezTo>
                    <a:pt x="101" y="1"/>
                    <a:pt x="1" y="101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102" y="501"/>
                  </a:lnTo>
                  <a:cubicBezTo>
                    <a:pt x="2236" y="501"/>
                    <a:pt x="2336" y="401"/>
                    <a:pt x="2336" y="267"/>
                  </a:cubicBezTo>
                  <a:cubicBezTo>
                    <a:pt x="2336" y="101"/>
                    <a:pt x="2236" y="1"/>
                    <a:pt x="21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>
              <a:off x="8242875" y="1860350"/>
              <a:ext cx="361100" cy="12525"/>
            </a:xfrm>
            <a:custGeom>
              <a:avLst/>
              <a:gdLst/>
              <a:ahLst/>
              <a:cxnLst/>
              <a:rect l="l" t="t" r="r" b="b"/>
              <a:pathLst>
                <a:path w="14444" h="501" extrusionOk="0">
                  <a:moveTo>
                    <a:pt x="267" y="1"/>
                  </a:moveTo>
                  <a:cubicBezTo>
                    <a:pt x="134" y="1"/>
                    <a:pt x="0" y="101"/>
                    <a:pt x="0" y="267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14210" y="501"/>
                  </a:lnTo>
                  <a:cubicBezTo>
                    <a:pt x="14344" y="501"/>
                    <a:pt x="14444" y="401"/>
                    <a:pt x="14444" y="267"/>
                  </a:cubicBezTo>
                  <a:cubicBezTo>
                    <a:pt x="14444" y="101"/>
                    <a:pt x="14344" y="1"/>
                    <a:pt x="14210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3" name="Google Shape;463;p22"/>
          <p:cNvSpPr txBox="1">
            <a:spLocks noGrp="1"/>
          </p:cNvSpPr>
          <p:nvPr>
            <p:ph type="ctrTitle"/>
          </p:nvPr>
        </p:nvSpPr>
        <p:spPr>
          <a:xfrm>
            <a:off x="1887750" y="611725"/>
            <a:ext cx="5368500" cy="8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64" name="Google Shape;464;p22"/>
          <p:cNvSpPr txBox="1">
            <a:spLocks noGrp="1"/>
          </p:cNvSpPr>
          <p:nvPr>
            <p:ph type="subTitle" idx="1"/>
          </p:nvPr>
        </p:nvSpPr>
        <p:spPr>
          <a:xfrm>
            <a:off x="3044675" y="2305050"/>
            <a:ext cx="3054900" cy="10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5" name="Google Shape;465;p22"/>
          <p:cNvSpPr txBox="1"/>
          <p:nvPr/>
        </p:nvSpPr>
        <p:spPr>
          <a:xfrm>
            <a:off x="2228550" y="4151400"/>
            <a:ext cx="46869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accen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CREDITS</a:t>
            </a:r>
            <a:r>
              <a:rPr lang="en-GB"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: This presentation template was created by</a:t>
            </a:r>
            <a:r>
              <a:rPr lang="en-GB" sz="1200">
                <a:solidFill>
                  <a:schemeClr val="accen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GB" sz="1200" b="1">
                <a:solidFill>
                  <a:schemeClr val="accent1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2"/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including icons by </a:t>
            </a:r>
            <a:r>
              <a:rPr lang="en-GB" sz="1200" b="1">
                <a:solidFill>
                  <a:schemeClr val="accent1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3"/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infographics &amp; images by </a:t>
            </a:r>
            <a:r>
              <a:rPr lang="en-GB" sz="1200" b="1">
                <a:solidFill>
                  <a:schemeClr val="accent1"/>
                </a:solidFill>
                <a:uFill>
                  <a:noFill/>
                </a:u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4"/>
              </a:rPr>
              <a:t>Freepik</a:t>
            </a:r>
            <a:r>
              <a:rPr lang="en-GB" sz="1200">
                <a:solidFill>
                  <a:schemeClr val="accen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endParaRPr sz="1200">
              <a:solidFill>
                <a:schemeClr val="accen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467;p23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468" name="Google Shape;468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23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474" name="Google Shape;474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9" name="Google Shape;479;p23"/>
          <p:cNvGrpSpPr/>
          <p:nvPr/>
        </p:nvGrpSpPr>
        <p:grpSpPr>
          <a:xfrm flipH="1">
            <a:off x="8121500" y="4569896"/>
            <a:ext cx="1022509" cy="572747"/>
            <a:chOff x="-77" y="3784091"/>
            <a:chExt cx="2423582" cy="1357541"/>
          </a:xfrm>
        </p:grpSpPr>
        <p:sp>
          <p:nvSpPr>
            <p:cNvPr id="480" name="Google Shape;480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5" name="Google Shape;485;p23"/>
          <p:cNvGrpSpPr/>
          <p:nvPr/>
        </p:nvGrpSpPr>
        <p:grpSpPr>
          <a:xfrm rot="10800000" flipH="1">
            <a:off x="0" y="846"/>
            <a:ext cx="1022509" cy="572747"/>
            <a:chOff x="-77" y="3784091"/>
            <a:chExt cx="2423582" cy="1357541"/>
          </a:xfrm>
        </p:grpSpPr>
        <p:sp>
          <p:nvSpPr>
            <p:cNvPr id="486" name="Google Shape;486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24"/>
          <p:cNvGrpSpPr/>
          <p:nvPr/>
        </p:nvGrpSpPr>
        <p:grpSpPr>
          <a:xfrm rot="5400000" flipH="1">
            <a:off x="-533027" y="3252941"/>
            <a:ext cx="2423582" cy="1357541"/>
            <a:chOff x="-77" y="3784091"/>
            <a:chExt cx="2423582" cy="1357541"/>
          </a:xfrm>
        </p:grpSpPr>
        <p:sp>
          <p:nvSpPr>
            <p:cNvPr id="493" name="Google Shape;493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8" name="Google Shape;498;p24"/>
          <p:cNvGrpSpPr/>
          <p:nvPr/>
        </p:nvGrpSpPr>
        <p:grpSpPr>
          <a:xfrm rot="-5400000" flipH="1">
            <a:off x="7253448" y="533016"/>
            <a:ext cx="2423582" cy="1357541"/>
            <a:chOff x="-77" y="3784091"/>
            <a:chExt cx="2423582" cy="1357541"/>
          </a:xfrm>
        </p:grpSpPr>
        <p:sp>
          <p:nvSpPr>
            <p:cNvPr id="499" name="Google Shape;499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/>
          <p:cNvSpPr txBox="1">
            <a:spLocks noGrp="1"/>
          </p:cNvSpPr>
          <p:nvPr>
            <p:ph type="ctrTitle"/>
          </p:nvPr>
        </p:nvSpPr>
        <p:spPr>
          <a:xfrm>
            <a:off x="253209" y="1647633"/>
            <a:ext cx="4734489" cy="2642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b="1" cap="all" dirty="0">
                <a:latin typeface="Century Gothic"/>
              </a:rPr>
              <a:t>SENTIMENTAL ANALYSIS </a:t>
            </a:r>
            <a:br>
              <a:rPr lang="en-US" sz="2800" b="1" cap="all" dirty="0">
                <a:latin typeface="Century Gothic"/>
              </a:rPr>
            </a:br>
            <a:r>
              <a:rPr lang="en-US" sz="2800" b="1" cap="all" dirty="0">
                <a:latin typeface="Century Gothic"/>
              </a:rPr>
              <a:t>In Social Server</a:t>
            </a:r>
            <a:r>
              <a:rPr lang="en-US" sz="4400" b="1" cap="all" dirty="0">
                <a:latin typeface="Century Gothic"/>
              </a:rPr>
              <a:t> </a:t>
            </a:r>
            <a:br>
              <a:rPr lang="en-IN" altLang="en-GB" dirty="0"/>
            </a:br>
            <a:endParaRPr lang="en-IN" altLang="en-GB" dirty="0"/>
          </a:p>
        </p:txBody>
      </p:sp>
      <p:sp>
        <p:nvSpPr>
          <p:cNvPr id="514" name="Google Shape;514;p27"/>
          <p:cNvSpPr/>
          <p:nvPr/>
        </p:nvSpPr>
        <p:spPr>
          <a:xfrm>
            <a:off x="5827391" y="2727835"/>
            <a:ext cx="2584558" cy="1618980"/>
          </a:xfrm>
          <a:custGeom>
            <a:avLst/>
            <a:gdLst/>
            <a:ahLst/>
            <a:cxnLst/>
            <a:rect l="l" t="t" r="r" b="b"/>
            <a:pathLst>
              <a:path w="98572" h="61746" extrusionOk="0">
                <a:moveTo>
                  <a:pt x="5705" y="1"/>
                </a:moveTo>
                <a:cubicBezTo>
                  <a:pt x="2569" y="1"/>
                  <a:pt x="1" y="2536"/>
                  <a:pt x="1" y="5672"/>
                </a:cubicBezTo>
                <a:lnTo>
                  <a:pt x="1" y="56074"/>
                </a:lnTo>
                <a:cubicBezTo>
                  <a:pt x="1" y="59210"/>
                  <a:pt x="2569" y="61745"/>
                  <a:pt x="5705" y="61745"/>
                </a:cubicBezTo>
                <a:lnTo>
                  <a:pt x="92867" y="61745"/>
                </a:lnTo>
                <a:cubicBezTo>
                  <a:pt x="96003" y="61745"/>
                  <a:pt x="98571" y="59210"/>
                  <a:pt x="98571" y="56074"/>
                </a:cubicBezTo>
                <a:lnTo>
                  <a:pt x="98571" y="5672"/>
                </a:lnTo>
                <a:cubicBezTo>
                  <a:pt x="98571" y="2536"/>
                  <a:pt x="96003" y="1"/>
                  <a:pt x="92867" y="1"/>
                </a:cubicBezTo>
                <a:close/>
              </a:path>
            </a:pathLst>
          </a:custGeom>
          <a:solidFill>
            <a:srgbClr val="D0D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7"/>
          <p:cNvSpPr/>
          <p:nvPr/>
        </p:nvSpPr>
        <p:spPr>
          <a:xfrm>
            <a:off x="6036442" y="2901883"/>
            <a:ext cx="2166454" cy="938519"/>
          </a:xfrm>
          <a:custGeom>
            <a:avLst/>
            <a:gdLst/>
            <a:ahLst/>
            <a:cxnLst/>
            <a:rect l="l" t="t" r="r" b="b"/>
            <a:pathLst>
              <a:path w="82626" h="35794" extrusionOk="0">
                <a:moveTo>
                  <a:pt x="2002" y="1"/>
                </a:moveTo>
                <a:cubicBezTo>
                  <a:pt x="901" y="1"/>
                  <a:pt x="0" y="868"/>
                  <a:pt x="0" y="2002"/>
                </a:cubicBezTo>
                <a:lnTo>
                  <a:pt x="0" y="33792"/>
                </a:lnTo>
                <a:cubicBezTo>
                  <a:pt x="0" y="34893"/>
                  <a:pt x="901" y="35793"/>
                  <a:pt x="2002" y="35793"/>
                </a:cubicBezTo>
                <a:lnTo>
                  <a:pt x="80624" y="35793"/>
                </a:lnTo>
                <a:cubicBezTo>
                  <a:pt x="81725" y="35793"/>
                  <a:pt x="82626" y="34893"/>
                  <a:pt x="82626" y="33792"/>
                </a:cubicBezTo>
                <a:lnTo>
                  <a:pt x="82626" y="2002"/>
                </a:lnTo>
                <a:cubicBezTo>
                  <a:pt x="82626" y="868"/>
                  <a:pt x="81725" y="1"/>
                  <a:pt x="80624" y="1"/>
                </a:cubicBezTo>
                <a:close/>
              </a:path>
            </a:pathLst>
          </a:custGeom>
          <a:solidFill>
            <a:srgbClr val="BEC0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7"/>
          <p:cNvSpPr/>
          <p:nvPr/>
        </p:nvSpPr>
        <p:spPr>
          <a:xfrm>
            <a:off x="6804345" y="3515875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8"/>
                  <a:pt x="4804" y="501"/>
                </a:cubicBezTo>
                <a:lnTo>
                  <a:pt x="4804" y="401"/>
                </a:lnTo>
                <a:cubicBezTo>
                  <a:pt x="4804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7"/>
          <p:cNvSpPr/>
          <p:nvPr/>
        </p:nvSpPr>
        <p:spPr>
          <a:xfrm>
            <a:off x="6804345" y="3204513"/>
            <a:ext cx="125987" cy="13136"/>
          </a:xfrm>
          <a:custGeom>
            <a:avLst/>
            <a:gdLst/>
            <a:ahLst/>
            <a:cxnLst/>
            <a:rect l="l" t="t" r="r" b="b"/>
            <a:pathLst>
              <a:path w="4805" h="501" extrusionOk="0">
                <a:moveTo>
                  <a:pt x="401" y="1"/>
                </a:moveTo>
                <a:cubicBezTo>
                  <a:pt x="168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7"/>
                  <a:pt x="4804" y="501"/>
                </a:cubicBezTo>
                <a:lnTo>
                  <a:pt x="4804" y="401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7"/>
          <p:cNvSpPr/>
          <p:nvPr/>
        </p:nvSpPr>
        <p:spPr>
          <a:xfrm>
            <a:off x="6804345" y="3061064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04" y="268"/>
                  <a:pt x="4804" y="501"/>
                </a:cubicBezTo>
                <a:lnTo>
                  <a:pt x="4804" y="435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7"/>
          <p:cNvSpPr/>
          <p:nvPr/>
        </p:nvSpPr>
        <p:spPr>
          <a:xfrm>
            <a:off x="6804345" y="3360207"/>
            <a:ext cx="125987" cy="12271"/>
          </a:xfrm>
          <a:custGeom>
            <a:avLst/>
            <a:gdLst/>
            <a:ahLst/>
            <a:cxnLst/>
            <a:rect l="l" t="t" r="r" b="b"/>
            <a:pathLst>
              <a:path w="4805" h="468" extrusionOk="0">
                <a:moveTo>
                  <a:pt x="401" y="0"/>
                </a:moveTo>
                <a:cubicBezTo>
                  <a:pt x="168" y="0"/>
                  <a:pt x="1" y="167"/>
                  <a:pt x="1" y="400"/>
                </a:cubicBezTo>
                <a:lnTo>
                  <a:pt x="1" y="467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7"/>
                  <a:pt x="4804" y="467"/>
                </a:cubicBezTo>
                <a:lnTo>
                  <a:pt x="4804" y="400"/>
                </a:lnTo>
                <a:cubicBezTo>
                  <a:pt x="4804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7"/>
          <p:cNvSpPr/>
          <p:nvPr/>
        </p:nvSpPr>
        <p:spPr>
          <a:xfrm>
            <a:off x="6288337" y="3360207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00" y="0"/>
                </a:moveTo>
                <a:cubicBezTo>
                  <a:pt x="167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7"/>
          <p:cNvSpPr/>
          <p:nvPr/>
        </p:nvSpPr>
        <p:spPr>
          <a:xfrm>
            <a:off x="6804345" y="2967485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04" y="268"/>
                  <a:pt x="4804" y="501"/>
                </a:cubicBezTo>
                <a:lnTo>
                  <a:pt x="4804" y="434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7"/>
          <p:cNvSpPr/>
          <p:nvPr/>
        </p:nvSpPr>
        <p:spPr>
          <a:xfrm>
            <a:off x="6288337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167" y="101"/>
                  <a:pt x="400" y="101"/>
                </a:cubicBezTo>
                <a:lnTo>
                  <a:pt x="4403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7"/>
          <p:cNvSpPr/>
          <p:nvPr/>
        </p:nvSpPr>
        <p:spPr>
          <a:xfrm>
            <a:off x="6116020" y="3204513"/>
            <a:ext cx="299144" cy="13136"/>
          </a:xfrm>
          <a:custGeom>
            <a:avLst/>
            <a:gdLst/>
            <a:ahLst/>
            <a:cxnLst/>
            <a:rect l="l" t="t" r="r" b="b"/>
            <a:pathLst>
              <a:path w="11409" h="501" extrusionOk="0">
                <a:moveTo>
                  <a:pt x="434" y="1"/>
                </a:moveTo>
                <a:cubicBezTo>
                  <a:pt x="201" y="1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10975" y="67"/>
                </a:lnTo>
                <a:cubicBezTo>
                  <a:pt x="11209" y="67"/>
                  <a:pt x="11409" y="267"/>
                  <a:pt x="11409" y="501"/>
                </a:cubicBezTo>
                <a:lnTo>
                  <a:pt x="11409" y="401"/>
                </a:lnTo>
                <a:cubicBezTo>
                  <a:pt x="11409" y="167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7"/>
          <p:cNvSpPr/>
          <p:nvPr/>
        </p:nvSpPr>
        <p:spPr>
          <a:xfrm>
            <a:off x="6288337" y="3671568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00" y="0"/>
                </a:moveTo>
                <a:cubicBezTo>
                  <a:pt x="167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0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7"/>
          <p:cNvSpPr/>
          <p:nvPr/>
        </p:nvSpPr>
        <p:spPr>
          <a:xfrm>
            <a:off x="6288337" y="351587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7"/>
          <p:cNvSpPr/>
          <p:nvPr/>
        </p:nvSpPr>
        <p:spPr>
          <a:xfrm>
            <a:off x="6288337" y="296748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167" y="101"/>
                  <a:pt x="400" y="101"/>
                </a:cubicBezTo>
                <a:lnTo>
                  <a:pt x="4403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7"/>
          <p:cNvSpPr/>
          <p:nvPr/>
        </p:nvSpPr>
        <p:spPr>
          <a:xfrm>
            <a:off x="7147196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34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7"/>
          <p:cNvSpPr/>
          <p:nvPr/>
        </p:nvSpPr>
        <p:spPr>
          <a:xfrm>
            <a:off x="7147196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34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5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7"/>
          <p:cNvSpPr/>
          <p:nvPr/>
        </p:nvSpPr>
        <p:spPr>
          <a:xfrm>
            <a:off x="7147196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1" y="201"/>
                  <a:pt x="1" y="401"/>
                </a:cubicBezTo>
                <a:lnTo>
                  <a:pt x="1" y="501"/>
                </a:lnTo>
                <a:cubicBezTo>
                  <a:pt x="34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7"/>
          <p:cNvSpPr/>
          <p:nvPr/>
        </p:nvSpPr>
        <p:spPr>
          <a:xfrm>
            <a:off x="6975771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5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7"/>
          <p:cNvSpPr/>
          <p:nvPr/>
        </p:nvSpPr>
        <p:spPr>
          <a:xfrm>
            <a:off x="6975771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7"/>
          <p:cNvSpPr/>
          <p:nvPr/>
        </p:nvSpPr>
        <p:spPr>
          <a:xfrm>
            <a:off x="6975771" y="3360207"/>
            <a:ext cx="126852" cy="12271"/>
          </a:xfrm>
          <a:custGeom>
            <a:avLst/>
            <a:gdLst/>
            <a:ahLst/>
            <a:cxnLst/>
            <a:rect l="l" t="t" r="r" b="b"/>
            <a:pathLst>
              <a:path w="4838" h="468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467"/>
                </a:lnTo>
                <a:cubicBezTo>
                  <a:pt x="1" y="267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467"/>
                </a:cubicBezTo>
                <a:lnTo>
                  <a:pt x="4838" y="400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7"/>
          <p:cNvSpPr/>
          <p:nvPr/>
        </p:nvSpPr>
        <p:spPr>
          <a:xfrm>
            <a:off x="7147196" y="3360207"/>
            <a:ext cx="126852" cy="12271"/>
          </a:xfrm>
          <a:custGeom>
            <a:avLst/>
            <a:gdLst/>
            <a:ahLst/>
            <a:cxnLst/>
            <a:rect l="l" t="t" r="r" b="b"/>
            <a:pathLst>
              <a:path w="4838" h="468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467"/>
                </a:lnTo>
                <a:cubicBezTo>
                  <a:pt x="34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467"/>
                </a:cubicBezTo>
                <a:lnTo>
                  <a:pt x="4838" y="400"/>
                </a:lnTo>
                <a:cubicBezTo>
                  <a:pt x="4838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7"/>
          <p:cNvSpPr/>
          <p:nvPr/>
        </p:nvSpPr>
        <p:spPr>
          <a:xfrm>
            <a:off x="6975771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7"/>
          <p:cNvSpPr/>
          <p:nvPr/>
        </p:nvSpPr>
        <p:spPr>
          <a:xfrm>
            <a:off x="6975771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7"/>
          <p:cNvSpPr/>
          <p:nvPr/>
        </p:nvSpPr>
        <p:spPr>
          <a:xfrm>
            <a:off x="7147196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34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7"/>
          <p:cNvSpPr/>
          <p:nvPr/>
        </p:nvSpPr>
        <p:spPr>
          <a:xfrm>
            <a:off x="6804345" y="3671568"/>
            <a:ext cx="814315" cy="13136"/>
          </a:xfrm>
          <a:custGeom>
            <a:avLst/>
            <a:gdLst/>
            <a:ahLst/>
            <a:cxnLst/>
            <a:rect l="l" t="t" r="r" b="b"/>
            <a:pathLst>
              <a:path w="31057" h="501" extrusionOk="0">
                <a:moveTo>
                  <a:pt x="401" y="0"/>
                </a:moveTo>
                <a:cubicBezTo>
                  <a:pt x="168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30623" y="67"/>
                </a:lnTo>
                <a:cubicBezTo>
                  <a:pt x="30856" y="67"/>
                  <a:pt x="31056" y="267"/>
                  <a:pt x="31056" y="501"/>
                </a:cubicBezTo>
                <a:lnTo>
                  <a:pt x="31056" y="401"/>
                </a:lnTo>
                <a:cubicBezTo>
                  <a:pt x="31056" y="167"/>
                  <a:pt x="30856" y="0"/>
                  <a:pt x="3062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7"/>
          <p:cNvSpPr/>
          <p:nvPr/>
        </p:nvSpPr>
        <p:spPr>
          <a:xfrm>
            <a:off x="6632054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6459763" y="296748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70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7"/>
          <p:cNvSpPr/>
          <p:nvPr/>
        </p:nvSpPr>
        <p:spPr>
          <a:xfrm>
            <a:off x="6632054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201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7"/>
          <p:cNvSpPr/>
          <p:nvPr/>
        </p:nvSpPr>
        <p:spPr>
          <a:xfrm>
            <a:off x="6459763" y="3671568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0"/>
                </a:moveTo>
                <a:cubicBezTo>
                  <a:pt x="200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0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7"/>
          <p:cNvSpPr/>
          <p:nvPr/>
        </p:nvSpPr>
        <p:spPr>
          <a:xfrm>
            <a:off x="6459763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70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7"/>
          <p:cNvSpPr/>
          <p:nvPr/>
        </p:nvSpPr>
        <p:spPr>
          <a:xfrm>
            <a:off x="6459763" y="351587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6459763" y="3204513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1"/>
                </a:moveTo>
                <a:cubicBezTo>
                  <a:pt x="200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7"/>
          <p:cNvSpPr/>
          <p:nvPr/>
        </p:nvSpPr>
        <p:spPr>
          <a:xfrm>
            <a:off x="6459763" y="3360207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0"/>
                </a:moveTo>
                <a:cubicBezTo>
                  <a:pt x="200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70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7"/>
          <p:cNvSpPr/>
          <p:nvPr/>
        </p:nvSpPr>
        <p:spPr>
          <a:xfrm>
            <a:off x="6632054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1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7"/>
          <p:cNvSpPr/>
          <p:nvPr/>
        </p:nvSpPr>
        <p:spPr>
          <a:xfrm>
            <a:off x="6632054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1"/>
                </a:moveTo>
                <a:cubicBezTo>
                  <a:pt x="201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7"/>
          <p:cNvSpPr/>
          <p:nvPr/>
        </p:nvSpPr>
        <p:spPr>
          <a:xfrm>
            <a:off x="6632054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1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7"/>
          <p:cNvSpPr/>
          <p:nvPr/>
        </p:nvSpPr>
        <p:spPr>
          <a:xfrm>
            <a:off x="6632054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201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7"/>
          <p:cNvSpPr/>
          <p:nvPr/>
        </p:nvSpPr>
        <p:spPr>
          <a:xfrm>
            <a:off x="6792100" y="3891973"/>
            <a:ext cx="649889" cy="380478"/>
          </a:xfrm>
          <a:custGeom>
            <a:avLst/>
            <a:gdLst/>
            <a:ahLst/>
            <a:cxnLst/>
            <a:rect l="l" t="t" r="r" b="b"/>
            <a:pathLst>
              <a:path w="24786" h="14511" extrusionOk="0">
                <a:moveTo>
                  <a:pt x="2002" y="0"/>
                </a:moveTo>
                <a:cubicBezTo>
                  <a:pt x="901" y="0"/>
                  <a:pt x="1" y="901"/>
                  <a:pt x="1" y="2002"/>
                </a:cubicBezTo>
                <a:lnTo>
                  <a:pt x="1" y="12509"/>
                </a:lnTo>
                <a:cubicBezTo>
                  <a:pt x="1" y="13610"/>
                  <a:pt x="901" y="14511"/>
                  <a:pt x="2002" y="14511"/>
                </a:cubicBezTo>
                <a:lnTo>
                  <a:pt x="22784" y="14511"/>
                </a:lnTo>
                <a:cubicBezTo>
                  <a:pt x="23884" y="14511"/>
                  <a:pt x="24785" y="13610"/>
                  <a:pt x="24785" y="12509"/>
                </a:cubicBezTo>
                <a:lnTo>
                  <a:pt x="24785" y="2002"/>
                </a:lnTo>
                <a:cubicBezTo>
                  <a:pt x="24785" y="901"/>
                  <a:pt x="23884" y="0"/>
                  <a:pt x="22784" y="0"/>
                </a:cubicBezTo>
                <a:close/>
              </a:path>
            </a:pathLst>
          </a:custGeom>
          <a:solidFill>
            <a:srgbClr val="C1B7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7"/>
          <p:cNvSpPr/>
          <p:nvPr/>
        </p:nvSpPr>
        <p:spPr>
          <a:xfrm>
            <a:off x="6116020" y="2967485"/>
            <a:ext cx="2017786" cy="822181"/>
          </a:xfrm>
          <a:custGeom>
            <a:avLst/>
            <a:gdLst/>
            <a:ahLst/>
            <a:cxnLst/>
            <a:rect l="l" t="t" r="r" b="b"/>
            <a:pathLst>
              <a:path w="76956" h="31357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2369"/>
                </a:lnTo>
                <a:cubicBezTo>
                  <a:pt x="1" y="2603"/>
                  <a:pt x="201" y="2769"/>
                  <a:pt x="434" y="2769"/>
                </a:cubicBezTo>
                <a:lnTo>
                  <a:pt x="4437" y="2769"/>
                </a:lnTo>
                <a:cubicBezTo>
                  <a:pt x="4671" y="2769"/>
                  <a:pt x="4837" y="2603"/>
                  <a:pt x="4837" y="2369"/>
                </a:cubicBezTo>
                <a:lnTo>
                  <a:pt x="4837" y="434"/>
                </a:lnTo>
                <a:cubicBezTo>
                  <a:pt x="4837" y="201"/>
                  <a:pt x="4671" y="1"/>
                  <a:pt x="4437" y="1"/>
                </a:cubicBezTo>
                <a:close/>
                <a:moveTo>
                  <a:pt x="6972" y="1"/>
                </a:moveTo>
                <a:cubicBezTo>
                  <a:pt x="6739" y="1"/>
                  <a:pt x="6572" y="201"/>
                  <a:pt x="6572" y="434"/>
                </a:cubicBezTo>
                <a:lnTo>
                  <a:pt x="6572" y="2369"/>
                </a:lnTo>
                <a:cubicBezTo>
                  <a:pt x="6572" y="2603"/>
                  <a:pt x="6739" y="2769"/>
                  <a:pt x="6972" y="2769"/>
                </a:cubicBezTo>
                <a:lnTo>
                  <a:pt x="10975" y="2769"/>
                </a:lnTo>
                <a:cubicBezTo>
                  <a:pt x="11209" y="2769"/>
                  <a:pt x="11409" y="2603"/>
                  <a:pt x="11409" y="2369"/>
                </a:cubicBezTo>
                <a:lnTo>
                  <a:pt x="11409" y="434"/>
                </a:lnTo>
                <a:cubicBezTo>
                  <a:pt x="11409" y="201"/>
                  <a:pt x="11209" y="1"/>
                  <a:pt x="10975" y="1"/>
                </a:cubicBezTo>
                <a:close/>
                <a:moveTo>
                  <a:pt x="13544" y="1"/>
                </a:moveTo>
                <a:cubicBezTo>
                  <a:pt x="13310" y="1"/>
                  <a:pt x="13110" y="201"/>
                  <a:pt x="13110" y="434"/>
                </a:cubicBezTo>
                <a:lnTo>
                  <a:pt x="13110" y="2369"/>
                </a:lnTo>
                <a:cubicBezTo>
                  <a:pt x="13110" y="2603"/>
                  <a:pt x="13310" y="2769"/>
                  <a:pt x="13544" y="2769"/>
                </a:cubicBezTo>
                <a:lnTo>
                  <a:pt x="17547" y="2769"/>
                </a:lnTo>
                <a:cubicBezTo>
                  <a:pt x="17780" y="2769"/>
                  <a:pt x="17947" y="2603"/>
                  <a:pt x="17947" y="2369"/>
                </a:cubicBezTo>
                <a:lnTo>
                  <a:pt x="17947" y="434"/>
                </a:lnTo>
                <a:cubicBezTo>
                  <a:pt x="17947" y="201"/>
                  <a:pt x="17780" y="1"/>
                  <a:pt x="17547" y="1"/>
                </a:cubicBezTo>
                <a:close/>
                <a:moveTo>
                  <a:pt x="20082" y="1"/>
                </a:moveTo>
                <a:cubicBezTo>
                  <a:pt x="19882" y="1"/>
                  <a:pt x="19681" y="201"/>
                  <a:pt x="19681" y="434"/>
                </a:cubicBezTo>
                <a:lnTo>
                  <a:pt x="19681" y="2369"/>
                </a:lnTo>
                <a:cubicBezTo>
                  <a:pt x="19681" y="2603"/>
                  <a:pt x="19882" y="2769"/>
                  <a:pt x="20082" y="2769"/>
                </a:cubicBezTo>
                <a:lnTo>
                  <a:pt x="24085" y="2769"/>
                </a:lnTo>
                <a:cubicBezTo>
                  <a:pt x="24318" y="2769"/>
                  <a:pt x="24518" y="2603"/>
                  <a:pt x="24518" y="2369"/>
                </a:cubicBezTo>
                <a:lnTo>
                  <a:pt x="24518" y="434"/>
                </a:lnTo>
                <a:cubicBezTo>
                  <a:pt x="24518" y="201"/>
                  <a:pt x="24318" y="1"/>
                  <a:pt x="24085" y="1"/>
                </a:cubicBezTo>
                <a:close/>
                <a:moveTo>
                  <a:pt x="26653" y="1"/>
                </a:moveTo>
                <a:cubicBezTo>
                  <a:pt x="26420" y="1"/>
                  <a:pt x="26253" y="201"/>
                  <a:pt x="26253" y="434"/>
                </a:cubicBezTo>
                <a:lnTo>
                  <a:pt x="26253" y="2369"/>
                </a:lnTo>
                <a:cubicBezTo>
                  <a:pt x="26253" y="2603"/>
                  <a:pt x="26420" y="2769"/>
                  <a:pt x="26653" y="2769"/>
                </a:cubicBezTo>
                <a:lnTo>
                  <a:pt x="30656" y="2769"/>
                </a:lnTo>
                <a:cubicBezTo>
                  <a:pt x="30889" y="2769"/>
                  <a:pt x="31056" y="2603"/>
                  <a:pt x="31056" y="2369"/>
                </a:cubicBezTo>
                <a:lnTo>
                  <a:pt x="31056" y="434"/>
                </a:lnTo>
                <a:cubicBezTo>
                  <a:pt x="31056" y="201"/>
                  <a:pt x="30889" y="1"/>
                  <a:pt x="30656" y="1"/>
                </a:cubicBezTo>
                <a:close/>
                <a:moveTo>
                  <a:pt x="33224" y="1"/>
                </a:moveTo>
                <a:cubicBezTo>
                  <a:pt x="32991" y="1"/>
                  <a:pt x="32791" y="201"/>
                  <a:pt x="32791" y="434"/>
                </a:cubicBezTo>
                <a:lnTo>
                  <a:pt x="32791" y="2369"/>
                </a:lnTo>
                <a:cubicBezTo>
                  <a:pt x="32791" y="2603"/>
                  <a:pt x="32991" y="2769"/>
                  <a:pt x="33224" y="2769"/>
                </a:cubicBezTo>
                <a:lnTo>
                  <a:pt x="37194" y="2769"/>
                </a:lnTo>
                <a:cubicBezTo>
                  <a:pt x="37427" y="2769"/>
                  <a:pt x="37628" y="2603"/>
                  <a:pt x="37628" y="2369"/>
                </a:cubicBezTo>
                <a:lnTo>
                  <a:pt x="37628" y="434"/>
                </a:lnTo>
                <a:cubicBezTo>
                  <a:pt x="37628" y="201"/>
                  <a:pt x="37427" y="1"/>
                  <a:pt x="37194" y="1"/>
                </a:cubicBezTo>
                <a:close/>
                <a:moveTo>
                  <a:pt x="39762" y="1"/>
                </a:moveTo>
                <a:cubicBezTo>
                  <a:pt x="39529" y="1"/>
                  <a:pt x="39329" y="201"/>
                  <a:pt x="39329" y="434"/>
                </a:cubicBezTo>
                <a:lnTo>
                  <a:pt x="39329" y="2369"/>
                </a:lnTo>
                <a:cubicBezTo>
                  <a:pt x="39362" y="2603"/>
                  <a:pt x="39529" y="2769"/>
                  <a:pt x="39762" y="2769"/>
                </a:cubicBezTo>
                <a:lnTo>
                  <a:pt x="43765" y="2769"/>
                </a:lnTo>
                <a:cubicBezTo>
                  <a:pt x="43999" y="2769"/>
                  <a:pt x="44166" y="2603"/>
                  <a:pt x="44166" y="2369"/>
                </a:cubicBezTo>
                <a:lnTo>
                  <a:pt x="44166" y="434"/>
                </a:lnTo>
                <a:cubicBezTo>
                  <a:pt x="44166" y="201"/>
                  <a:pt x="43999" y="1"/>
                  <a:pt x="43765" y="1"/>
                </a:cubicBezTo>
                <a:close/>
                <a:moveTo>
                  <a:pt x="46334" y="1"/>
                </a:moveTo>
                <a:cubicBezTo>
                  <a:pt x="46100" y="1"/>
                  <a:pt x="45900" y="201"/>
                  <a:pt x="45900" y="434"/>
                </a:cubicBezTo>
                <a:lnTo>
                  <a:pt x="45900" y="2369"/>
                </a:lnTo>
                <a:cubicBezTo>
                  <a:pt x="45900" y="2603"/>
                  <a:pt x="46100" y="2769"/>
                  <a:pt x="46334" y="2769"/>
                </a:cubicBezTo>
                <a:lnTo>
                  <a:pt x="50337" y="2769"/>
                </a:lnTo>
                <a:cubicBezTo>
                  <a:pt x="50537" y="2769"/>
                  <a:pt x="50737" y="2603"/>
                  <a:pt x="50737" y="2369"/>
                </a:cubicBezTo>
                <a:lnTo>
                  <a:pt x="50737" y="434"/>
                </a:lnTo>
                <a:cubicBezTo>
                  <a:pt x="50737" y="201"/>
                  <a:pt x="50537" y="1"/>
                  <a:pt x="50337" y="1"/>
                </a:cubicBezTo>
                <a:close/>
                <a:moveTo>
                  <a:pt x="52872" y="1"/>
                </a:moveTo>
                <a:cubicBezTo>
                  <a:pt x="52638" y="1"/>
                  <a:pt x="52471" y="201"/>
                  <a:pt x="52471" y="434"/>
                </a:cubicBezTo>
                <a:lnTo>
                  <a:pt x="52471" y="2369"/>
                </a:lnTo>
                <a:cubicBezTo>
                  <a:pt x="52471" y="2603"/>
                  <a:pt x="52638" y="2769"/>
                  <a:pt x="52872" y="2769"/>
                </a:cubicBezTo>
                <a:lnTo>
                  <a:pt x="56875" y="2769"/>
                </a:lnTo>
                <a:cubicBezTo>
                  <a:pt x="57108" y="2769"/>
                  <a:pt x="57308" y="2603"/>
                  <a:pt x="57308" y="2369"/>
                </a:cubicBezTo>
                <a:lnTo>
                  <a:pt x="57308" y="434"/>
                </a:lnTo>
                <a:cubicBezTo>
                  <a:pt x="57308" y="201"/>
                  <a:pt x="57108" y="1"/>
                  <a:pt x="56875" y="1"/>
                </a:cubicBezTo>
                <a:close/>
                <a:moveTo>
                  <a:pt x="59443" y="1"/>
                </a:moveTo>
                <a:cubicBezTo>
                  <a:pt x="59210" y="1"/>
                  <a:pt x="59009" y="201"/>
                  <a:pt x="59009" y="434"/>
                </a:cubicBezTo>
                <a:lnTo>
                  <a:pt x="59009" y="2369"/>
                </a:lnTo>
                <a:cubicBezTo>
                  <a:pt x="59009" y="2603"/>
                  <a:pt x="59210" y="2769"/>
                  <a:pt x="59443" y="2769"/>
                </a:cubicBezTo>
                <a:lnTo>
                  <a:pt x="63446" y="2769"/>
                </a:lnTo>
                <a:cubicBezTo>
                  <a:pt x="63646" y="2769"/>
                  <a:pt x="63846" y="2603"/>
                  <a:pt x="63846" y="2369"/>
                </a:cubicBezTo>
                <a:lnTo>
                  <a:pt x="63846" y="434"/>
                </a:lnTo>
                <a:cubicBezTo>
                  <a:pt x="63846" y="201"/>
                  <a:pt x="63646" y="1"/>
                  <a:pt x="63446" y="1"/>
                </a:cubicBezTo>
                <a:close/>
                <a:moveTo>
                  <a:pt x="65981" y="1"/>
                </a:moveTo>
                <a:cubicBezTo>
                  <a:pt x="65748" y="1"/>
                  <a:pt x="65581" y="201"/>
                  <a:pt x="65581" y="434"/>
                </a:cubicBezTo>
                <a:lnTo>
                  <a:pt x="65581" y="2369"/>
                </a:lnTo>
                <a:cubicBezTo>
                  <a:pt x="65581" y="2603"/>
                  <a:pt x="65748" y="2769"/>
                  <a:pt x="65981" y="2769"/>
                </a:cubicBezTo>
                <a:lnTo>
                  <a:pt x="69984" y="2769"/>
                </a:lnTo>
                <a:cubicBezTo>
                  <a:pt x="70217" y="2769"/>
                  <a:pt x="70418" y="2603"/>
                  <a:pt x="70418" y="2369"/>
                </a:cubicBezTo>
                <a:lnTo>
                  <a:pt x="70418" y="434"/>
                </a:lnTo>
                <a:cubicBezTo>
                  <a:pt x="70418" y="201"/>
                  <a:pt x="70217" y="1"/>
                  <a:pt x="69984" y="1"/>
                </a:cubicBezTo>
                <a:close/>
                <a:moveTo>
                  <a:pt x="72552" y="1"/>
                </a:moveTo>
                <a:cubicBezTo>
                  <a:pt x="72319" y="1"/>
                  <a:pt x="72119" y="201"/>
                  <a:pt x="72119" y="434"/>
                </a:cubicBezTo>
                <a:lnTo>
                  <a:pt x="72119" y="2369"/>
                </a:lnTo>
                <a:cubicBezTo>
                  <a:pt x="72119" y="2603"/>
                  <a:pt x="72319" y="2769"/>
                  <a:pt x="72552" y="2769"/>
                </a:cubicBezTo>
                <a:lnTo>
                  <a:pt x="76555" y="2769"/>
                </a:lnTo>
                <a:cubicBezTo>
                  <a:pt x="76789" y="2769"/>
                  <a:pt x="76956" y="2603"/>
                  <a:pt x="76956" y="2369"/>
                </a:cubicBezTo>
                <a:lnTo>
                  <a:pt x="76956" y="434"/>
                </a:lnTo>
                <a:cubicBezTo>
                  <a:pt x="76956" y="201"/>
                  <a:pt x="76789" y="1"/>
                  <a:pt x="76555" y="1"/>
                </a:cubicBezTo>
                <a:close/>
                <a:moveTo>
                  <a:pt x="434" y="3570"/>
                </a:moveTo>
                <a:cubicBezTo>
                  <a:pt x="201" y="3570"/>
                  <a:pt x="1" y="3770"/>
                  <a:pt x="1" y="4004"/>
                </a:cubicBezTo>
                <a:lnTo>
                  <a:pt x="1" y="7673"/>
                </a:lnTo>
                <a:cubicBezTo>
                  <a:pt x="1" y="7906"/>
                  <a:pt x="201" y="8073"/>
                  <a:pt x="434" y="8073"/>
                </a:cubicBezTo>
                <a:lnTo>
                  <a:pt x="4437" y="8073"/>
                </a:lnTo>
                <a:cubicBezTo>
                  <a:pt x="4671" y="8073"/>
                  <a:pt x="4837" y="7906"/>
                  <a:pt x="4837" y="7673"/>
                </a:cubicBezTo>
                <a:lnTo>
                  <a:pt x="4837" y="4004"/>
                </a:lnTo>
                <a:cubicBezTo>
                  <a:pt x="4837" y="3770"/>
                  <a:pt x="4671" y="3570"/>
                  <a:pt x="4437" y="3570"/>
                </a:cubicBezTo>
                <a:close/>
                <a:moveTo>
                  <a:pt x="6972" y="3570"/>
                </a:moveTo>
                <a:cubicBezTo>
                  <a:pt x="6739" y="3570"/>
                  <a:pt x="6572" y="3770"/>
                  <a:pt x="6572" y="4004"/>
                </a:cubicBezTo>
                <a:lnTo>
                  <a:pt x="6572" y="7673"/>
                </a:lnTo>
                <a:cubicBezTo>
                  <a:pt x="6572" y="7906"/>
                  <a:pt x="6739" y="8073"/>
                  <a:pt x="6972" y="8073"/>
                </a:cubicBezTo>
                <a:lnTo>
                  <a:pt x="10975" y="8073"/>
                </a:lnTo>
                <a:cubicBezTo>
                  <a:pt x="11209" y="8073"/>
                  <a:pt x="11409" y="7906"/>
                  <a:pt x="11409" y="7673"/>
                </a:cubicBezTo>
                <a:lnTo>
                  <a:pt x="11409" y="4004"/>
                </a:lnTo>
                <a:cubicBezTo>
                  <a:pt x="11409" y="3770"/>
                  <a:pt x="11209" y="3570"/>
                  <a:pt x="10975" y="3570"/>
                </a:cubicBezTo>
                <a:close/>
                <a:moveTo>
                  <a:pt x="13544" y="3570"/>
                </a:moveTo>
                <a:cubicBezTo>
                  <a:pt x="13310" y="3570"/>
                  <a:pt x="13110" y="3770"/>
                  <a:pt x="13110" y="4004"/>
                </a:cubicBezTo>
                <a:lnTo>
                  <a:pt x="13110" y="7673"/>
                </a:lnTo>
                <a:cubicBezTo>
                  <a:pt x="13110" y="7906"/>
                  <a:pt x="13310" y="8073"/>
                  <a:pt x="13544" y="8073"/>
                </a:cubicBezTo>
                <a:lnTo>
                  <a:pt x="17547" y="8073"/>
                </a:lnTo>
                <a:cubicBezTo>
                  <a:pt x="17780" y="8073"/>
                  <a:pt x="17947" y="7906"/>
                  <a:pt x="17947" y="7673"/>
                </a:cubicBezTo>
                <a:lnTo>
                  <a:pt x="17947" y="4004"/>
                </a:lnTo>
                <a:cubicBezTo>
                  <a:pt x="17947" y="3770"/>
                  <a:pt x="17780" y="3570"/>
                  <a:pt x="17547" y="3570"/>
                </a:cubicBezTo>
                <a:close/>
                <a:moveTo>
                  <a:pt x="20082" y="3570"/>
                </a:moveTo>
                <a:cubicBezTo>
                  <a:pt x="19882" y="3570"/>
                  <a:pt x="19681" y="3770"/>
                  <a:pt x="19681" y="4004"/>
                </a:cubicBezTo>
                <a:lnTo>
                  <a:pt x="19681" y="7673"/>
                </a:lnTo>
                <a:cubicBezTo>
                  <a:pt x="19681" y="7906"/>
                  <a:pt x="19882" y="8073"/>
                  <a:pt x="20082" y="8073"/>
                </a:cubicBezTo>
                <a:lnTo>
                  <a:pt x="24085" y="8073"/>
                </a:lnTo>
                <a:cubicBezTo>
                  <a:pt x="24318" y="8073"/>
                  <a:pt x="24518" y="7906"/>
                  <a:pt x="24518" y="7673"/>
                </a:cubicBezTo>
                <a:lnTo>
                  <a:pt x="24518" y="4004"/>
                </a:lnTo>
                <a:cubicBezTo>
                  <a:pt x="24518" y="3770"/>
                  <a:pt x="24318" y="3570"/>
                  <a:pt x="24085" y="3570"/>
                </a:cubicBezTo>
                <a:close/>
                <a:moveTo>
                  <a:pt x="26653" y="3570"/>
                </a:moveTo>
                <a:cubicBezTo>
                  <a:pt x="26420" y="3570"/>
                  <a:pt x="26253" y="3770"/>
                  <a:pt x="26253" y="4004"/>
                </a:cubicBezTo>
                <a:lnTo>
                  <a:pt x="26253" y="7673"/>
                </a:lnTo>
                <a:cubicBezTo>
                  <a:pt x="26253" y="7906"/>
                  <a:pt x="26420" y="8073"/>
                  <a:pt x="26653" y="8073"/>
                </a:cubicBezTo>
                <a:lnTo>
                  <a:pt x="30656" y="8073"/>
                </a:lnTo>
                <a:cubicBezTo>
                  <a:pt x="30889" y="8073"/>
                  <a:pt x="31056" y="7906"/>
                  <a:pt x="31056" y="7673"/>
                </a:cubicBezTo>
                <a:lnTo>
                  <a:pt x="31056" y="4004"/>
                </a:lnTo>
                <a:cubicBezTo>
                  <a:pt x="31056" y="3770"/>
                  <a:pt x="30889" y="3570"/>
                  <a:pt x="30656" y="3570"/>
                </a:cubicBezTo>
                <a:close/>
                <a:moveTo>
                  <a:pt x="33224" y="3570"/>
                </a:moveTo>
                <a:cubicBezTo>
                  <a:pt x="32991" y="3570"/>
                  <a:pt x="32791" y="3770"/>
                  <a:pt x="32791" y="4004"/>
                </a:cubicBezTo>
                <a:lnTo>
                  <a:pt x="32791" y="7673"/>
                </a:lnTo>
                <a:cubicBezTo>
                  <a:pt x="32791" y="7906"/>
                  <a:pt x="32991" y="8073"/>
                  <a:pt x="33224" y="8073"/>
                </a:cubicBezTo>
                <a:lnTo>
                  <a:pt x="37194" y="8073"/>
                </a:lnTo>
                <a:cubicBezTo>
                  <a:pt x="37427" y="8073"/>
                  <a:pt x="37628" y="7906"/>
                  <a:pt x="37628" y="7673"/>
                </a:cubicBezTo>
                <a:lnTo>
                  <a:pt x="37628" y="4004"/>
                </a:lnTo>
                <a:cubicBezTo>
                  <a:pt x="37628" y="3770"/>
                  <a:pt x="37427" y="3570"/>
                  <a:pt x="37194" y="3570"/>
                </a:cubicBezTo>
                <a:close/>
                <a:moveTo>
                  <a:pt x="39762" y="3570"/>
                </a:moveTo>
                <a:cubicBezTo>
                  <a:pt x="39529" y="3570"/>
                  <a:pt x="39329" y="3770"/>
                  <a:pt x="39329" y="4004"/>
                </a:cubicBezTo>
                <a:lnTo>
                  <a:pt x="39329" y="7673"/>
                </a:lnTo>
                <a:cubicBezTo>
                  <a:pt x="39362" y="7906"/>
                  <a:pt x="39529" y="8073"/>
                  <a:pt x="39762" y="8073"/>
                </a:cubicBezTo>
                <a:lnTo>
                  <a:pt x="43765" y="8073"/>
                </a:lnTo>
                <a:cubicBezTo>
                  <a:pt x="43999" y="8073"/>
                  <a:pt x="44166" y="7906"/>
                  <a:pt x="44166" y="7673"/>
                </a:cubicBezTo>
                <a:lnTo>
                  <a:pt x="44166" y="4004"/>
                </a:lnTo>
                <a:cubicBezTo>
                  <a:pt x="44166" y="3770"/>
                  <a:pt x="43999" y="3570"/>
                  <a:pt x="43765" y="3570"/>
                </a:cubicBezTo>
                <a:close/>
                <a:moveTo>
                  <a:pt x="46334" y="3570"/>
                </a:moveTo>
                <a:cubicBezTo>
                  <a:pt x="46100" y="3570"/>
                  <a:pt x="45900" y="3770"/>
                  <a:pt x="45900" y="4004"/>
                </a:cubicBezTo>
                <a:lnTo>
                  <a:pt x="45900" y="7673"/>
                </a:lnTo>
                <a:cubicBezTo>
                  <a:pt x="45900" y="7906"/>
                  <a:pt x="46100" y="8073"/>
                  <a:pt x="46334" y="8073"/>
                </a:cubicBezTo>
                <a:lnTo>
                  <a:pt x="50337" y="8073"/>
                </a:lnTo>
                <a:cubicBezTo>
                  <a:pt x="50537" y="8073"/>
                  <a:pt x="50737" y="7906"/>
                  <a:pt x="50737" y="7673"/>
                </a:cubicBezTo>
                <a:lnTo>
                  <a:pt x="50737" y="4004"/>
                </a:lnTo>
                <a:cubicBezTo>
                  <a:pt x="50737" y="3770"/>
                  <a:pt x="50537" y="3570"/>
                  <a:pt x="50337" y="3570"/>
                </a:cubicBezTo>
                <a:close/>
                <a:moveTo>
                  <a:pt x="52872" y="3570"/>
                </a:moveTo>
                <a:cubicBezTo>
                  <a:pt x="52638" y="3570"/>
                  <a:pt x="52471" y="3770"/>
                  <a:pt x="52471" y="4004"/>
                </a:cubicBezTo>
                <a:lnTo>
                  <a:pt x="52471" y="7673"/>
                </a:lnTo>
                <a:cubicBezTo>
                  <a:pt x="52471" y="7906"/>
                  <a:pt x="52638" y="8073"/>
                  <a:pt x="52872" y="8073"/>
                </a:cubicBezTo>
                <a:lnTo>
                  <a:pt x="56875" y="8073"/>
                </a:lnTo>
                <a:cubicBezTo>
                  <a:pt x="57108" y="8073"/>
                  <a:pt x="57308" y="7906"/>
                  <a:pt x="57308" y="7673"/>
                </a:cubicBezTo>
                <a:lnTo>
                  <a:pt x="57308" y="4004"/>
                </a:lnTo>
                <a:cubicBezTo>
                  <a:pt x="57308" y="3770"/>
                  <a:pt x="57108" y="3570"/>
                  <a:pt x="56875" y="3570"/>
                </a:cubicBezTo>
                <a:close/>
                <a:moveTo>
                  <a:pt x="59443" y="3570"/>
                </a:moveTo>
                <a:cubicBezTo>
                  <a:pt x="59210" y="3570"/>
                  <a:pt x="59009" y="3770"/>
                  <a:pt x="59009" y="4004"/>
                </a:cubicBezTo>
                <a:lnTo>
                  <a:pt x="59009" y="7673"/>
                </a:lnTo>
                <a:cubicBezTo>
                  <a:pt x="59009" y="7906"/>
                  <a:pt x="59210" y="8073"/>
                  <a:pt x="59443" y="8073"/>
                </a:cubicBezTo>
                <a:lnTo>
                  <a:pt x="63446" y="8073"/>
                </a:lnTo>
                <a:cubicBezTo>
                  <a:pt x="63646" y="8073"/>
                  <a:pt x="63846" y="7906"/>
                  <a:pt x="63846" y="7673"/>
                </a:cubicBezTo>
                <a:lnTo>
                  <a:pt x="63846" y="4004"/>
                </a:lnTo>
                <a:cubicBezTo>
                  <a:pt x="63846" y="3770"/>
                  <a:pt x="63646" y="3570"/>
                  <a:pt x="63446" y="3570"/>
                </a:cubicBezTo>
                <a:close/>
                <a:moveTo>
                  <a:pt x="65981" y="3570"/>
                </a:moveTo>
                <a:cubicBezTo>
                  <a:pt x="65748" y="3570"/>
                  <a:pt x="65581" y="3770"/>
                  <a:pt x="65581" y="4004"/>
                </a:cubicBezTo>
                <a:lnTo>
                  <a:pt x="65581" y="7673"/>
                </a:lnTo>
                <a:cubicBezTo>
                  <a:pt x="65581" y="7906"/>
                  <a:pt x="65748" y="8073"/>
                  <a:pt x="65981" y="8073"/>
                </a:cubicBezTo>
                <a:lnTo>
                  <a:pt x="76555" y="8073"/>
                </a:lnTo>
                <a:cubicBezTo>
                  <a:pt x="76789" y="8073"/>
                  <a:pt x="76956" y="7906"/>
                  <a:pt x="76956" y="7673"/>
                </a:cubicBezTo>
                <a:lnTo>
                  <a:pt x="76956" y="4004"/>
                </a:lnTo>
                <a:cubicBezTo>
                  <a:pt x="76956" y="3770"/>
                  <a:pt x="76789" y="3570"/>
                  <a:pt x="76555" y="3570"/>
                </a:cubicBezTo>
                <a:close/>
                <a:moveTo>
                  <a:pt x="434" y="9041"/>
                </a:moveTo>
                <a:cubicBezTo>
                  <a:pt x="201" y="9041"/>
                  <a:pt x="1" y="9207"/>
                  <a:pt x="1" y="9441"/>
                </a:cubicBezTo>
                <a:lnTo>
                  <a:pt x="1" y="13110"/>
                </a:lnTo>
                <a:cubicBezTo>
                  <a:pt x="1" y="13344"/>
                  <a:pt x="201" y="13544"/>
                  <a:pt x="434" y="13544"/>
                </a:cubicBezTo>
                <a:lnTo>
                  <a:pt x="10975" y="13544"/>
                </a:lnTo>
                <a:cubicBezTo>
                  <a:pt x="11209" y="13544"/>
                  <a:pt x="11409" y="13344"/>
                  <a:pt x="11409" y="13110"/>
                </a:cubicBezTo>
                <a:lnTo>
                  <a:pt x="11409" y="9441"/>
                </a:lnTo>
                <a:cubicBezTo>
                  <a:pt x="11409" y="9207"/>
                  <a:pt x="11209" y="9041"/>
                  <a:pt x="10975" y="9041"/>
                </a:cubicBezTo>
                <a:close/>
                <a:moveTo>
                  <a:pt x="13544" y="9041"/>
                </a:moveTo>
                <a:cubicBezTo>
                  <a:pt x="13310" y="9041"/>
                  <a:pt x="13110" y="9207"/>
                  <a:pt x="13110" y="9441"/>
                </a:cubicBezTo>
                <a:lnTo>
                  <a:pt x="13110" y="13110"/>
                </a:lnTo>
                <a:cubicBezTo>
                  <a:pt x="13110" y="13344"/>
                  <a:pt x="13310" y="13544"/>
                  <a:pt x="13544" y="13544"/>
                </a:cubicBezTo>
                <a:lnTo>
                  <a:pt x="17547" y="13544"/>
                </a:lnTo>
                <a:cubicBezTo>
                  <a:pt x="17780" y="13544"/>
                  <a:pt x="17947" y="13344"/>
                  <a:pt x="17947" y="13110"/>
                </a:cubicBezTo>
                <a:lnTo>
                  <a:pt x="17947" y="9441"/>
                </a:lnTo>
                <a:cubicBezTo>
                  <a:pt x="17947" y="9207"/>
                  <a:pt x="17780" y="9041"/>
                  <a:pt x="17547" y="9041"/>
                </a:cubicBezTo>
                <a:close/>
                <a:moveTo>
                  <a:pt x="20082" y="9041"/>
                </a:moveTo>
                <a:cubicBezTo>
                  <a:pt x="19882" y="9041"/>
                  <a:pt x="19681" y="9207"/>
                  <a:pt x="19681" y="9441"/>
                </a:cubicBezTo>
                <a:lnTo>
                  <a:pt x="19681" y="13110"/>
                </a:lnTo>
                <a:cubicBezTo>
                  <a:pt x="19681" y="13344"/>
                  <a:pt x="19882" y="13544"/>
                  <a:pt x="20082" y="13544"/>
                </a:cubicBezTo>
                <a:lnTo>
                  <a:pt x="24085" y="13544"/>
                </a:lnTo>
                <a:cubicBezTo>
                  <a:pt x="24318" y="13544"/>
                  <a:pt x="24518" y="13344"/>
                  <a:pt x="24518" y="13110"/>
                </a:cubicBezTo>
                <a:lnTo>
                  <a:pt x="24518" y="9441"/>
                </a:lnTo>
                <a:cubicBezTo>
                  <a:pt x="24518" y="9207"/>
                  <a:pt x="24318" y="9041"/>
                  <a:pt x="24085" y="9041"/>
                </a:cubicBezTo>
                <a:close/>
                <a:moveTo>
                  <a:pt x="26653" y="9041"/>
                </a:moveTo>
                <a:cubicBezTo>
                  <a:pt x="26420" y="9041"/>
                  <a:pt x="26253" y="9207"/>
                  <a:pt x="26253" y="9441"/>
                </a:cubicBezTo>
                <a:lnTo>
                  <a:pt x="26253" y="13110"/>
                </a:lnTo>
                <a:cubicBezTo>
                  <a:pt x="26253" y="13344"/>
                  <a:pt x="26420" y="13544"/>
                  <a:pt x="26653" y="13544"/>
                </a:cubicBezTo>
                <a:lnTo>
                  <a:pt x="30656" y="13544"/>
                </a:lnTo>
                <a:cubicBezTo>
                  <a:pt x="30889" y="13544"/>
                  <a:pt x="31056" y="13344"/>
                  <a:pt x="31056" y="13110"/>
                </a:cubicBezTo>
                <a:lnTo>
                  <a:pt x="31056" y="9441"/>
                </a:lnTo>
                <a:cubicBezTo>
                  <a:pt x="31056" y="9207"/>
                  <a:pt x="30889" y="9041"/>
                  <a:pt x="30656" y="9041"/>
                </a:cubicBezTo>
                <a:close/>
                <a:moveTo>
                  <a:pt x="33224" y="9041"/>
                </a:moveTo>
                <a:cubicBezTo>
                  <a:pt x="32991" y="9041"/>
                  <a:pt x="32791" y="9207"/>
                  <a:pt x="32791" y="9441"/>
                </a:cubicBezTo>
                <a:lnTo>
                  <a:pt x="32791" y="13110"/>
                </a:lnTo>
                <a:cubicBezTo>
                  <a:pt x="32791" y="13344"/>
                  <a:pt x="32991" y="13544"/>
                  <a:pt x="33224" y="13544"/>
                </a:cubicBezTo>
                <a:lnTo>
                  <a:pt x="37194" y="13544"/>
                </a:lnTo>
                <a:cubicBezTo>
                  <a:pt x="37427" y="13544"/>
                  <a:pt x="37628" y="13344"/>
                  <a:pt x="37628" y="13110"/>
                </a:cubicBezTo>
                <a:lnTo>
                  <a:pt x="37628" y="9441"/>
                </a:lnTo>
                <a:cubicBezTo>
                  <a:pt x="37628" y="9207"/>
                  <a:pt x="37427" y="9041"/>
                  <a:pt x="37194" y="9041"/>
                </a:cubicBezTo>
                <a:close/>
                <a:moveTo>
                  <a:pt x="39762" y="9041"/>
                </a:moveTo>
                <a:cubicBezTo>
                  <a:pt x="39529" y="9041"/>
                  <a:pt x="39329" y="9207"/>
                  <a:pt x="39329" y="9441"/>
                </a:cubicBezTo>
                <a:lnTo>
                  <a:pt x="39329" y="13110"/>
                </a:lnTo>
                <a:cubicBezTo>
                  <a:pt x="39362" y="13344"/>
                  <a:pt x="39529" y="13544"/>
                  <a:pt x="39762" y="13544"/>
                </a:cubicBezTo>
                <a:lnTo>
                  <a:pt x="43765" y="13544"/>
                </a:lnTo>
                <a:cubicBezTo>
                  <a:pt x="43999" y="13544"/>
                  <a:pt x="44166" y="13344"/>
                  <a:pt x="44166" y="13110"/>
                </a:cubicBezTo>
                <a:lnTo>
                  <a:pt x="44166" y="9441"/>
                </a:lnTo>
                <a:cubicBezTo>
                  <a:pt x="44166" y="9207"/>
                  <a:pt x="43999" y="9041"/>
                  <a:pt x="43765" y="9041"/>
                </a:cubicBezTo>
                <a:close/>
                <a:moveTo>
                  <a:pt x="46334" y="9041"/>
                </a:moveTo>
                <a:cubicBezTo>
                  <a:pt x="46100" y="9041"/>
                  <a:pt x="45900" y="9207"/>
                  <a:pt x="45900" y="9441"/>
                </a:cubicBezTo>
                <a:lnTo>
                  <a:pt x="45900" y="13110"/>
                </a:lnTo>
                <a:cubicBezTo>
                  <a:pt x="45900" y="13344"/>
                  <a:pt x="46100" y="13544"/>
                  <a:pt x="46334" y="13544"/>
                </a:cubicBezTo>
                <a:lnTo>
                  <a:pt x="50337" y="13544"/>
                </a:lnTo>
                <a:cubicBezTo>
                  <a:pt x="50537" y="13544"/>
                  <a:pt x="50737" y="13344"/>
                  <a:pt x="50737" y="13110"/>
                </a:cubicBezTo>
                <a:lnTo>
                  <a:pt x="50737" y="9441"/>
                </a:lnTo>
                <a:cubicBezTo>
                  <a:pt x="50737" y="9207"/>
                  <a:pt x="50537" y="9041"/>
                  <a:pt x="50337" y="9041"/>
                </a:cubicBezTo>
                <a:close/>
                <a:moveTo>
                  <a:pt x="52872" y="9041"/>
                </a:moveTo>
                <a:cubicBezTo>
                  <a:pt x="52638" y="9041"/>
                  <a:pt x="52471" y="9207"/>
                  <a:pt x="52471" y="9441"/>
                </a:cubicBezTo>
                <a:lnTo>
                  <a:pt x="52471" y="13110"/>
                </a:lnTo>
                <a:cubicBezTo>
                  <a:pt x="52471" y="13344"/>
                  <a:pt x="52638" y="13544"/>
                  <a:pt x="52872" y="13544"/>
                </a:cubicBezTo>
                <a:lnTo>
                  <a:pt x="56875" y="13544"/>
                </a:lnTo>
                <a:cubicBezTo>
                  <a:pt x="57108" y="13544"/>
                  <a:pt x="57308" y="13344"/>
                  <a:pt x="57308" y="13110"/>
                </a:cubicBezTo>
                <a:lnTo>
                  <a:pt x="57308" y="9441"/>
                </a:lnTo>
                <a:cubicBezTo>
                  <a:pt x="57308" y="9207"/>
                  <a:pt x="57108" y="9041"/>
                  <a:pt x="56875" y="9041"/>
                </a:cubicBezTo>
                <a:close/>
                <a:moveTo>
                  <a:pt x="59443" y="9041"/>
                </a:moveTo>
                <a:cubicBezTo>
                  <a:pt x="59210" y="9041"/>
                  <a:pt x="59009" y="9207"/>
                  <a:pt x="59009" y="9441"/>
                </a:cubicBezTo>
                <a:lnTo>
                  <a:pt x="59009" y="13110"/>
                </a:lnTo>
                <a:cubicBezTo>
                  <a:pt x="59009" y="13344"/>
                  <a:pt x="59210" y="13544"/>
                  <a:pt x="59443" y="13544"/>
                </a:cubicBezTo>
                <a:lnTo>
                  <a:pt x="63446" y="13544"/>
                </a:lnTo>
                <a:cubicBezTo>
                  <a:pt x="63646" y="13544"/>
                  <a:pt x="63846" y="13344"/>
                  <a:pt x="63846" y="13110"/>
                </a:cubicBezTo>
                <a:lnTo>
                  <a:pt x="63846" y="9441"/>
                </a:lnTo>
                <a:cubicBezTo>
                  <a:pt x="63846" y="9207"/>
                  <a:pt x="63646" y="9041"/>
                  <a:pt x="63446" y="9041"/>
                </a:cubicBezTo>
                <a:close/>
                <a:moveTo>
                  <a:pt x="434" y="14978"/>
                </a:moveTo>
                <a:cubicBezTo>
                  <a:pt x="201" y="14978"/>
                  <a:pt x="1" y="15145"/>
                  <a:pt x="1" y="15378"/>
                </a:cubicBezTo>
                <a:lnTo>
                  <a:pt x="1" y="19048"/>
                </a:lnTo>
                <a:cubicBezTo>
                  <a:pt x="1" y="19281"/>
                  <a:pt x="201" y="19481"/>
                  <a:pt x="434" y="19481"/>
                </a:cubicBezTo>
                <a:lnTo>
                  <a:pt x="4437" y="19481"/>
                </a:lnTo>
                <a:cubicBezTo>
                  <a:pt x="4671" y="19481"/>
                  <a:pt x="4837" y="19281"/>
                  <a:pt x="4837" y="19048"/>
                </a:cubicBezTo>
                <a:lnTo>
                  <a:pt x="4837" y="15378"/>
                </a:lnTo>
                <a:cubicBezTo>
                  <a:pt x="4837" y="15145"/>
                  <a:pt x="4671" y="14978"/>
                  <a:pt x="4437" y="14978"/>
                </a:cubicBezTo>
                <a:close/>
                <a:moveTo>
                  <a:pt x="6972" y="14978"/>
                </a:moveTo>
                <a:cubicBezTo>
                  <a:pt x="6739" y="14978"/>
                  <a:pt x="6572" y="15145"/>
                  <a:pt x="6572" y="15378"/>
                </a:cubicBezTo>
                <a:lnTo>
                  <a:pt x="6572" y="19048"/>
                </a:lnTo>
                <a:cubicBezTo>
                  <a:pt x="6572" y="19281"/>
                  <a:pt x="6739" y="19481"/>
                  <a:pt x="6972" y="19481"/>
                </a:cubicBezTo>
                <a:lnTo>
                  <a:pt x="10975" y="19481"/>
                </a:lnTo>
                <a:cubicBezTo>
                  <a:pt x="11209" y="19481"/>
                  <a:pt x="11409" y="19281"/>
                  <a:pt x="11409" y="19048"/>
                </a:cubicBezTo>
                <a:lnTo>
                  <a:pt x="11409" y="15378"/>
                </a:lnTo>
                <a:cubicBezTo>
                  <a:pt x="11409" y="15145"/>
                  <a:pt x="11209" y="14978"/>
                  <a:pt x="10975" y="14978"/>
                </a:cubicBezTo>
                <a:close/>
                <a:moveTo>
                  <a:pt x="13544" y="14978"/>
                </a:moveTo>
                <a:cubicBezTo>
                  <a:pt x="13310" y="14978"/>
                  <a:pt x="13110" y="15145"/>
                  <a:pt x="13110" y="15378"/>
                </a:cubicBezTo>
                <a:lnTo>
                  <a:pt x="13110" y="19048"/>
                </a:lnTo>
                <a:cubicBezTo>
                  <a:pt x="13110" y="19281"/>
                  <a:pt x="13310" y="19481"/>
                  <a:pt x="13544" y="19481"/>
                </a:cubicBezTo>
                <a:lnTo>
                  <a:pt x="17547" y="19481"/>
                </a:lnTo>
                <a:cubicBezTo>
                  <a:pt x="17780" y="19481"/>
                  <a:pt x="17947" y="19281"/>
                  <a:pt x="17947" y="19048"/>
                </a:cubicBezTo>
                <a:lnTo>
                  <a:pt x="17947" y="15378"/>
                </a:lnTo>
                <a:cubicBezTo>
                  <a:pt x="17947" y="15145"/>
                  <a:pt x="17780" y="14978"/>
                  <a:pt x="17547" y="14978"/>
                </a:cubicBezTo>
                <a:close/>
                <a:moveTo>
                  <a:pt x="20082" y="14978"/>
                </a:moveTo>
                <a:cubicBezTo>
                  <a:pt x="19882" y="14978"/>
                  <a:pt x="19681" y="15145"/>
                  <a:pt x="19681" y="15378"/>
                </a:cubicBezTo>
                <a:lnTo>
                  <a:pt x="19681" y="19048"/>
                </a:lnTo>
                <a:cubicBezTo>
                  <a:pt x="19681" y="19281"/>
                  <a:pt x="19882" y="19481"/>
                  <a:pt x="20082" y="19481"/>
                </a:cubicBezTo>
                <a:lnTo>
                  <a:pt x="24085" y="19481"/>
                </a:lnTo>
                <a:cubicBezTo>
                  <a:pt x="24318" y="19481"/>
                  <a:pt x="24518" y="19281"/>
                  <a:pt x="24518" y="19048"/>
                </a:cubicBezTo>
                <a:lnTo>
                  <a:pt x="24518" y="15378"/>
                </a:lnTo>
                <a:cubicBezTo>
                  <a:pt x="24518" y="15145"/>
                  <a:pt x="24318" y="14978"/>
                  <a:pt x="24085" y="14978"/>
                </a:cubicBezTo>
                <a:close/>
                <a:moveTo>
                  <a:pt x="26653" y="14978"/>
                </a:moveTo>
                <a:cubicBezTo>
                  <a:pt x="26420" y="14978"/>
                  <a:pt x="26253" y="15145"/>
                  <a:pt x="26253" y="15378"/>
                </a:cubicBezTo>
                <a:lnTo>
                  <a:pt x="26253" y="19048"/>
                </a:lnTo>
                <a:cubicBezTo>
                  <a:pt x="26253" y="19281"/>
                  <a:pt x="26420" y="19481"/>
                  <a:pt x="26653" y="19481"/>
                </a:cubicBezTo>
                <a:lnTo>
                  <a:pt x="30656" y="19481"/>
                </a:lnTo>
                <a:cubicBezTo>
                  <a:pt x="30889" y="19481"/>
                  <a:pt x="31056" y="19281"/>
                  <a:pt x="31056" y="19048"/>
                </a:cubicBezTo>
                <a:lnTo>
                  <a:pt x="31056" y="15378"/>
                </a:lnTo>
                <a:cubicBezTo>
                  <a:pt x="31056" y="15145"/>
                  <a:pt x="30889" y="14978"/>
                  <a:pt x="30656" y="14978"/>
                </a:cubicBezTo>
                <a:close/>
                <a:moveTo>
                  <a:pt x="33224" y="14978"/>
                </a:moveTo>
                <a:cubicBezTo>
                  <a:pt x="32991" y="14978"/>
                  <a:pt x="32791" y="15145"/>
                  <a:pt x="32791" y="15378"/>
                </a:cubicBezTo>
                <a:lnTo>
                  <a:pt x="32791" y="19048"/>
                </a:lnTo>
                <a:cubicBezTo>
                  <a:pt x="32791" y="19281"/>
                  <a:pt x="32991" y="19481"/>
                  <a:pt x="33224" y="19481"/>
                </a:cubicBezTo>
                <a:lnTo>
                  <a:pt x="37194" y="19481"/>
                </a:lnTo>
                <a:cubicBezTo>
                  <a:pt x="37427" y="19481"/>
                  <a:pt x="37628" y="19281"/>
                  <a:pt x="37628" y="19048"/>
                </a:cubicBezTo>
                <a:lnTo>
                  <a:pt x="37628" y="15378"/>
                </a:lnTo>
                <a:cubicBezTo>
                  <a:pt x="37628" y="15145"/>
                  <a:pt x="37427" y="14978"/>
                  <a:pt x="37194" y="14978"/>
                </a:cubicBezTo>
                <a:close/>
                <a:moveTo>
                  <a:pt x="39762" y="14978"/>
                </a:moveTo>
                <a:cubicBezTo>
                  <a:pt x="39529" y="14978"/>
                  <a:pt x="39329" y="15145"/>
                  <a:pt x="39329" y="15378"/>
                </a:cubicBezTo>
                <a:lnTo>
                  <a:pt x="39329" y="19048"/>
                </a:lnTo>
                <a:cubicBezTo>
                  <a:pt x="39362" y="19281"/>
                  <a:pt x="39529" y="19481"/>
                  <a:pt x="39762" y="19481"/>
                </a:cubicBezTo>
                <a:lnTo>
                  <a:pt x="43765" y="19481"/>
                </a:lnTo>
                <a:cubicBezTo>
                  <a:pt x="43999" y="19481"/>
                  <a:pt x="44166" y="19281"/>
                  <a:pt x="44166" y="19048"/>
                </a:cubicBezTo>
                <a:lnTo>
                  <a:pt x="44166" y="15378"/>
                </a:lnTo>
                <a:cubicBezTo>
                  <a:pt x="44166" y="15145"/>
                  <a:pt x="43999" y="14978"/>
                  <a:pt x="43765" y="14978"/>
                </a:cubicBezTo>
                <a:close/>
                <a:moveTo>
                  <a:pt x="46334" y="14978"/>
                </a:moveTo>
                <a:cubicBezTo>
                  <a:pt x="46100" y="14978"/>
                  <a:pt x="45900" y="15145"/>
                  <a:pt x="45900" y="15378"/>
                </a:cubicBezTo>
                <a:lnTo>
                  <a:pt x="45900" y="19048"/>
                </a:lnTo>
                <a:cubicBezTo>
                  <a:pt x="45900" y="19281"/>
                  <a:pt x="46100" y="19481"/>
                  <a:pt x="46334" y="19481"/>
                </a:cubicBezTo>
                <a:lnTo>
                  <a:pt x="50337" y="19481"/>
                </a:lnTo>
                <a:cubicBezTo>
                  <a:pt x="50537" y="19481"/>
                  <a:pt x="50737" y="19281"/>
                  <a:pt x="50737" y="19048"/>
                </a:cubicBezTo>
                <a:lnTo>
                  <a:pt x="50737" y="15378"/>
                </a:lnTo>
                <a:cubicBezTo>
                  <a:pt x="50737" y="15145"/>
                  <a:pt x="50537" y="14978"/>
                  <a:pt x="50337" y="14978"/>
                </a:cubicBezTo>
                <a:close/>
                <a:moveTo>
                  <a:pt x="52872" y="14978"/>
                </a:moveTo>
                <a:cubicBezTo>
                  <a:pt x="52638" y="14978"/>
                  <a:pt x="52471" y="15145"/>
                  <a:pt x="52471" y="15378"/>
                </a:cubicBezTo>
                <a:lnTo>
                  <a:pt x="52471" y="19048"/>
                </a:lnTo>
                <a:cubicBezTo>
                  <a:pt x="52471" y="19281"/>
                  <a:pt x="52638" y="19481"/>
                  <a:pt x="52872" y="19481"/>
                </a:cubicBezTo>
                <a:lnTo>
                  <a:pt x="56875" y="19481"/>
                </a:lnTo>
                <a:cubicBezTo>
                  <a:pt x="57108" y="19481"/>
                  <a:pt x="57308" y="19281"/>
                  <a:pt x="57308" y="19048"/>
                </a:cubicBezTo>
                <a:lnTo>
                  <a:pt x="57308" y="15378"/>
                </a:lnTo>
                <a:cubicBezTo>
                  <a:pt x="57308" y="15145"/>
                  <a:pt x="57108" y="14978"/>
                  <a:pt x="56875" y="14978"/>
                </a:cubicBezTo>
                <a:close/>
                <a:moveTo>
                  <a:pt x="59443" y="14978"/>
                </a:moveTo>
                <a:cubicBezTo>
                  <a:pt x="59210" y="14978"/>
                  <a:pt x="59009" y="15145"/>
                  <a:pt x="59009" y="15378"/>
                </a:cubicBezTo>
                <a:lnTo>
                  <a:pt x="59009" y="19048"/>
                </a:lnTo>
                <a:cubicBezTo>
                  <a:pt x="59009" y="19281"/>
                  <a:pt x="59210" y="19481"/>
                  <a:pt x="59443" y="19481"/>
                </a:cubicBezTo>
                <a:lnTo>
                  <a:pt x="63446" y="19481"/>
                </a:lnTo>
                <a:cubicBezTo>
                  <a:pt x="63646" y="19481"/>
                  <a:pt x="63846" y="19281"/>
                  <a:pt x="63846" y="19048"/>
                </a:cubicBezTo>
                <a:lnTo>
                  <a:pt x="63846" y="15378"/>
                </a:lnTo>
                <a:cubicBezTo>
                  <a:pt x="63846" y="15145"/>
                  <a:pt x="63646" y="14978"/>
                  <a:pt x="63446" y="14978"/>
                </a:cubicBezTo>
                <a:close/>
                <a:moveTo>
                  <a:pt x="65981" y="14978"/>
                </a:moveTo>
                <a:cubicBezTo>
                  <a:pt x="65748" y="14978"/>
                  <a:pt x="65581" y="15145"/>
                  <a:pt x="65581" y="15378"/>
                </a:cubicBezTo>
                <a:lnTo>
                  <a:pt x="65581" y="19048"/>
                </a:lnTo>
                <a:cubicBezTo>
                  <a:pt x="65581" y="19281"/>
                  <a:pt x="65748" y="19481"/>
                  <a:pt x="65981" y="19481"/>
                </a:cubicBezTo>
                <a:lnTo>
                  <a:pt x="69984" y="19481"/>
                </a:lnTo>
                <a:cubicBezTo>
                  <a:pt x="70217" y="19481"/>
                  <a:pt x="70418" y="19281"/>
                  <a:pt x="70418" y="19048"/>
                </a:cubicBezTo>
                <a:lnTo>
                  <a:pt x="70418" y="15378"/>
                </a:lnTo>
                <a:cubicBezTo>
                  <a:pt x="70418" y="15145"/>
                  <a:pt x="70217" y="14978"/>
                  <a:pt x="69984" y="14978"/>
                </a:cubicBezTo>
                <a:close/>
                <a:moveTo>
                  <a:pt x="65981" y="9041"/>
                </a:moveTo>
                <a:cubicBezTo>
                  <a:pt x="65748" y="9041"/>
                  <a:pt x="65581" y="9207"/>
                  <a:pt x="65581" y="9441"/>
                </a:cubicBezTo>
                <a:lnTo>
                  <a:pt x="65581" y="13110"/>
                </a:lnTo>
                <a:cubicBezTo>
                  <a:pt x="65581" y="13344"/>
                  <a:pt x="65748" y="13544"/>
                  <a:pt x="65981" y="13544"/>
                </a:cubicBezTo>
                <a:lnTo>
                  <a:pt x="71719" y="13544"/>
                </a:lnTo>
                <a:cubicBezTo>
                  <a:pt x="71952" y="13544"/>
                  <a:pt x="72119" y="13744"/>
                  <a:pt x="72119" y="13944"/>
                </a:cubicBezTo>
                <a:lnTo>
                  <a:pt x="72119" y="19048"/>
                </a:lnTo>
                <a:cubicBezTo>
                  <a:pt x="72119" y="19281"/>
                  <a:pt x="72319" y="19481"/>
                  <a:pt x="72552" y="19481"/>
                </a:cubicBezTo>
                <a:lnTo>
                  <a:pt x="76555" y="19481"/>
                </a:lnTo>
                <a:cubicBezTo>
                  <a:pt x="76789" y="19481"/>
                  <a:pt x="76956" y="19281"/>
                  <a:pt x="76956" y="19048"/>
                </a:cubicBezTo>
                <a:lnTo>
                  <a:pt x="76956" y="9441"/>
                </a:lnTo>
                <a:cubicBezTo>
                  <a:pt x="76956" y="9207"/>
                  <a:pt x="76789" y="9041"/>
                  <a:pt x="76555" y="9041"/>
                </a:cubicBezTo>
                <a:close/>
                <a:moveTo>
                  <a:pt x="434" y="20916"/>
                </a:moveTo>
                <a:cubicBezTo>
                  <a:pt x="201" y="20916"/>
                  <a:pt x="1" y="21083"/>
                  <a:pt x="1" y="21316"/>
                </a:cubicBezTo>
                <a:lnTo>
                  <a:pt x="1" y="24985"/>
                </a:lnTo>
                <a:cubicBezTo>
                  <a:pt x="1" y="25219"/>
                  <a:pt x="201" y="25419"/>
                  <a:pt x="434" y="25419"/>
                </a:cubicBezTo>
                <a:lnTo>
                  <a:pt x="4437" y="25419"/>
                </a:lnTo>
                <a:cubicBezTo>
                  <a:pt x="4671" y="25419"/>
                  <a:pt x="4837" y="25219"/>
                  <a:pt x="4837" y="24985"/>
                </a:cubicBezTo>
                <a:lnTo>
                  <a:pt x="4837" y="21316"/>
                </a:lnTo>
                <a:cubicBezTo>
                  <a:pt x="4837" y="21083"/>
                  <a:pt x="4671" y="20916"/>
                  <a:pt x="4437" y="20916"/>
                </a:cubicBezTo>
                <a:close/>
                <a:moveTo>
                  <a:pt x="6972" y="20916"/>
                </a:moveTo>
                <a:cubicBezTo>
                  <a:pt x="6739" y="20916"/>
                  <a:pt x="6572" y="21083"/>
                  <a:pt x="6572" y="21316"/>
                </a:cubicBezTo>
                <a:lnTo>
                  <a:pt x="6572" y="24985"/>
                </a:lnTo>
                <a:cubicBezTo>
                  <a:pt x="6572" y="25219"/>
                  <a:pt x="6739" y="25419"/>
                  <a:pt x="6972" y="25419"/>
                </a:cubicBezTo>
                <a:lnTo>
                  <a:pt x="10975" y="25419"/>
                </a:lnTo>
                <a:cubicBezTo>
                  <a:pt x="11209" y="25419"/>
                  <a:pt x="11409" y="25219"/>
                  <a:pt x="11409" y="24985"/>
                </a:cubicBezTo>
                <a:lnTo>
                  <a:pt x="11409" y="21316"/>
                </a:lnTo>
                <a:cubicBezTo>
                  <a:pt x="11409" y="21083"/>
                  <a:pt x="11209" y="20916"/>
                  <a:pt x="10975" y="20916"/>
                </a:cubicBezTo>
                <a:close/>
                <a:moveTo>
                  <a:pt x="13544" y="20916"/>
                </a:moveTo>
                <a:cubicBezTo>
                  <a:pt x="13310" y="20916"/>
                  <a:pt x="13110" y="21083"/>
                  <a:pt x="13110" y="21316"/>
                </a:cubicBezTo>
                <a:lnTo>
                  <a:pt x="13110" y="24985"/>
                </a:lnTo>
                <a:cubicBezTo>
                  <a:pt x="13110" y="25219"/>
                  <a:pt x="13310" y="25419"/>
                  <a:pt x="13544" y="25419"/>
                </a:cubicBezTo>
                <a:lnTo>
                  <a:pt x="17547" y="25419"/>
                </a:lnTo>
                <a:cubicBezTo>
                  <a:pt x="17780" y="25419"/>
                  <a:pt x="17947" y="25219"/>
                  <a:pt x="17947" y="24985"/>
                </a:cubicBezTo>
                <a:lnTo>
                  <a:pt x="17947" y="21316"/>
                </a:lnTo>
                <a:cubicBezTo>
                  <a:pt x="17947" y="21083"/>
                  <a:pt x="17780" y="20916"/>
                  <a:pt x="17547" y="20916"/>
                </a:cubicBezTo>
                <a:close/>
                <a:moveTo>
                  <a:pt x="20082" y="20916"/>
                </a:moveTo>
                <a:cubicBezTo>
                  <a:pt x="19882" y="20916"/>
                  <a:pt x="19681" y="21083"/>
                  <a:pt x="19681" y="21316"/>
                </a:cubicBezTo>
                <a:lnTo>
                  <a:pt x="19681" y="24985"/>
                </a:lnTo>
                <a:cubicBezTo>
                  <a:pt x="19681" y="25219"/>
                  <a:pt x="19882" y="25419"/>
                  <a:pt x="20082" y="25419"/>
                </a:cubicBezTo>
                <a:lnTo>
                  <a:pt x="24085" y="25419"/>
                </a:lnTo>
                <a:cubicBezTo>
                  <a:pt x="24318" y="25419"/>
                  <a:pt x="24518" y="25219"/>
                  <a:pt x="24518" y="24985"/>
                </a:cubicBezTo>
                <a:lnTo>
                  <a:pt x="24518" y="21316"/>
                </a:lnTo>
                <a:cubicBezTo>
                  <a:pt x="24518" y="21083"/>
                  <a:pt x="24318" y="20916"/>
                  <a:pt x="24085" y="20916"/>
                </a:cubicBezTo>
                <a:close/>
                <a:moveTo>
                  <a:pt x="26653" y="20916"/>
                </a:moveTo>
                <a:cubicBezTo>
                  <a:pt x="26420" y="20916"/>
                  <a:pt x="26253" y="21083"/>
                  <a:pt x="26253" y="21316"/>
                </a:cubicBezTo>
                <a:lnTo>
                  <a:pt x="26253" y="24985"/>
                </a:lnTo>
                <a:cubicBezTo>
                  <a:pt x="26253" y="25219"/>
                  <a:pt x="26420" y="25419"/>
                  <a:pt x="26653" y="25419"/>
                </a:cubicBezTo>
                <a:lnTo>
                  <a:pt x="30656" y="25419"/>
                </a:lnTo>
                <a:cubicBezTo>
                  <a:pt x="30889" y="25419"/>
                  <a:pt x="31056" y="25219"/>
                  <a:pt x="31056" y="24985"/>
                </a:cubicBezTo>
                <a:lnTo>
                  <a:pt x="31056" y="21316"/>
                </a:lnTo>
                <a:cubicBezTo>
                  <a:pt x="31056" y="21083"/>
                  <a:pt x="30889" y="20916"/>
                  <a:pt x="30656" y="20916"/>
                </a:cubicBezTo>
                <a:close/>
                <a:moveTo>
                  <a:pt x="33224" y="20916"/>
                </a:moveTo>
                <a:cubicBezTo>
                  <a:pt x="32991" y="20916"/>
                  <a:pt x="32791" y="21083"/>
                  <a:pt x="32791" y="21316"/>
                </a:cubicBezTo>
                <a:lnTo>
                  <a:pt x="32791" y="24985"/>
                </a:lnTo>
                <a:cubicBezTo>
                  <a:pt x="32791" y="25219"/>
                  <a:pt x="32991" y="25419"/>
                  <a:pt x="33224" y="25419"/>
                </a:cubicBezTo>
                <a:lnTo>
                  <a:pt x="37194" y="25419"/>
                </a:lnTo>
                <a:cubicBezTo>
                  <a:pt x="37427" y="25419"/>
                  <a:pt x="37628" y="25219"/>
                  <a:pt x="37628" y="24985"/>
                </a:cubicBezTo>
                <a:lnTo>
                  <a:pt x="37628" y="21316"/>
                </a:lnTo>
                <a:cubicBezTo>
                  <a:pt x="37628" y="21083"/>
                  <a:pt x="37427" y="20916"/>
                  <a:pt x="37194" y="20916"/>
                </a:cubicBezTo>
                <a:close/>
                <a:moveTo>
                  <a:pt x="39762" y="20916"/>
                </a:moveTo>
                <a:cubicBezTo>
                  <a:pt x="39529" y="20916"/>
                  <a:pt x="39329" y="21083"/>
                  <a:pt x="39329" y="21316"/>
                </a:cubicBezTo>
                <a:lnTo>
                  <a:pt x="39329" y="24985"/>
                </a:lnTo>
                <a:cubicBezTo>
                  <a:pt x="39362" y="25219"/>
                  <a:pt x="39529" y="25419"/>
                  <a:pt x="39762" y="25419"/>
                </a:cubicBezTo>
                <a:lnTo>
                  <a:pt x="43765" y="25419"/>
                </a:lnTo>
                <a:cubicBezTo>
                  <a:pt x="43999" y="25419"/>
                  <a:pt x="44166" y="25219"/>
                  <a:pt x="44166" y="24985"/>
                </a:cubicBezTo>
                <a:lnTo>
                  <a:pt x="44166" y="21316"/>
                </a:lnTo>
                <a:cubicBezTo>
                  <a:pt x="44166" y="21083"/>
                  <a:pt x="43999" y="20916"/>
                  <a:pt x="43765" y="20916"/>
                </a:cubicBezTo>
                <a:close/>
                <a:moveTo>
                  <a:pt x="46334" y="20916"/>
                </a:moveTo>
                <a:cubicBezTo>
                  <a:pt x="46100" y="20916"/>
                  <a:pt x="45900" y="21083"/>
                  <a:pt x="45900" y="21316"/>
                </a:cubicBezTo>
                <a:lnTo>
                  <a:pt x="45900" y="24985"/>
                </a:lnTo>
                <a:cubicBezTo>
                  <a:pt x="45900" y="25219"/>
                  <a:pt x="46100" y="25419"/>
                  <a:pt x="46334" y="25419"/>
                </a:cubicBezTo>
                <a:lnTo>
                  <a:pt x="50337" y="25419"/>
                </a:lnTo>
                <a:cubicBezTo>
                  <a:pt x="50537" y="25419"/>
                  <a:pt x="50737" y="25219"/>
                  <a:pt x="50737" y="24985"/>
                </a:cubicBezTo>
                <a:lnTo>
                  <a:pt x="50737" y="21316"/>
                </a:lnTo>
                <a:cubicBezTo>
                  <a:pt x="50737" y="21083"/>
                  <a:pt x="50537" y="20916"/>
                  <a:pt x="50337" y="20916"/>
                </a:cubicBezTo>
                <a:close/>
                <a:moveTo>
                  <a:pt x="52872" y="20916"/>
                </a:moveTo>
                <a:cubicBezTo>
                  <a:pt x="52638" y="20916"/>
                  <a:pt x="52471" y="21083"/>
                  <a:pt x="52471" y="21316"/>
                </a:cubicBezTo>
                <a:lnTo>
                  <a:pt x="52471" y="24985"/>
                </a:lnTo>
                <a:cubicBezTo>
                  <a:pt x="52471" y="25219"/>
                  <a:pt x="52638" y="25419"/>
                  <a:pt x="52872" y="25419"/>
                </a:cubicBezTo>
                <a:lnTo>
                  <a:pt x="56875" y="25419"/>
                </a:lnTo>
                <a:cubicBezTo>
                  <a:pt x="57108" y="25419"/>
                  <a:pt x="57308" y="25219"/>
                  <a:pt x="57308" y="24985"/>
                </a:cubicBezTo>
                <a:lnTo>
                  <a:pt x="57308" y="21316"/>
                </a:lnTo>
                <a:cubicBezTo>
                  <a:pt x="57308" y="21083"/>
                  <a:pt x="57108" y="20916"/>
                  <a:pt x="56875" y="20916"/>
                </a:cubicBezTo>
                <a:close/>
                <a:moveTo>
                  <a:pt x="59443" y="20916"/>
                </a:moveTo>
                <a:cubicBezTo>
                  <a:pt x="59210" y="20916"/>
                  <a:pt x="59009" y="21083"/>
                  <a:pt x="59009" y="21316"/>
                </a:cubicBezTo>
                <a:lnTo>
                  <a:pt x="59009" y="24985"/>
                </a:lnTo>
                <a:cubicBezTo>
                  <a:pt x="59009" y="25219"/>
                  <a:pt x="59210" y="25419"/>
                  <a:pt x="59443" y="25419"/>
                </a:cubicBezTo>
                <a:lnTo>
                  <a:pt x="63446" y="25419"/>
                </a:lnTo>
                <a:cubicBezTo>
                  <a:pt x="63646" y="25419"/>
                  <a:pt x="63846" y="25219"/>
                  <a:pt x="63846" y="24985"/>
                </a:cubicBezTo>
                <a:lnTo>
                  <a:pt x="63846" y="21316"/>
                </a:lnTo>
                <a:cubicBezTo>
                  <a:pt x="63846" y="21083"/>
                  <a:pt x="63646" y="20916"/>
                  <a:pt x="63446" y="20916"/>
                </a:cubicBezTo>
                <a:close/>
                <a:moveTo>
                  <a:pt x="65981" y="20916"/>
                </a:moveTo>
                <a:cubicBezTo>
                  <a:pt x="65748" y="20916"/>
                  <a:pt x="65581" y="21083"/>
                  <a:pt x="65581" y="21316"/>
                </a:cubicBezTo>
                <a:lnTo>
                  <a:pt x="65581" y="24985"/>
                </a:lnTo>
                <a:cubicBezTo>
                  <a:pt x="65581" y="25219"/>
                  <a:pt x="65748" y="25419"/>
                  <a:pt x="65981" y="25419"/>
                </a:cubicBezTo>
                <a:lnTo>
                  <a:pt x="69984" y="25419"/>
                </a:lnTo>
                <a:cubicBezTo>
                  <a:pt x="70217" y="25419"/>
                  <a:pt x="70418" y="25219"/>
                  <a:pt x="70418" y="24985"/>
                </a:cubicBezTo>
                <a:lnTo>
                  <a:pt x="70418" y="21316"/>
                </a:lnTo>
                <a:cubicBezTo>
                  <a:pt x="70418" y="21083"/>
                  <a:pt x="70217" y="20916"/>
                  <a:pt x="69984" y="20916"/>
                </a:cubicBezTo>
                <a:close/>
                <a:moveTo>
                  <a:pt x="72552" y="20916"/>
                </a:moveTo>
                <a:cubicBezTo>
                  <a:pt x="72319" y="20916"/>
                  <a:pt x="72119" y="21083"/>
                  <a:pt x="72119" y="21316"/>
                </a:cubicBezTo>
                <a:lnTo>
                  <a:pt x="72119" y="24985"/>
                </a:lnTo>
                <a:cubicBezTo>
                  <a:pt x="72119" y="25219"/>
                  <a:pt x="72319" y="25419"/>
                  <a:pt x="72552" y="25419"/>
                </a:cubicBezTo>
                <a:lnTo>
                  <a:pt x="76555" y="25419"/>
                </a:lnTo>
                <a:cubicBezTo>
                  <a:pt x="76789" y="25419"/>
                  <a:pt x="76956" y="25219"/>
                  <a:pt x="76956" y="24985"/>
                </a:cubicBezTo>
                <a:lnTo>
                  <a:pt x="76956" y="21316"/>
                </a:lnTo>
                <a:cubicBezTo>
                  <a:pt x="76956" y="21083"/>
                  <a:pt x="76789" y="20916"/>
                  <a:pt x="76555" y="20916"/>
                </a:cubicBezTo>
                <a:close/>
                <a:moveTo>
                  <a:pt x="434" y="26853"/>
                </a:moveTo>
                <a:cubicBezTo>
                  <a:pt x="201" y="26853"/>
                  <a:pt x="1" y="27020"/>
                  <a:pt x="1" y="27254"/>
                </a:cubicBezTo>
                <a:lnTo>
                  <a:pt x="1" y="30923"/>
                </a:lnTo>
                <a:cubicBezTo>
                  <a:pt x="1" y="31156"/>
                  <a:pt x="201" y="31357"/>
                  <a:pt x="434" y="31357"/>
                </a:cubicBezTo>
                <a:lnTo>
                  <a:pt x="4437" y="31357"/>
                </a:lnTo>
                <a:cubicBezTo>
                  <a:pt x="4671" y="31357"/>
                  <a:pt x="4837" y="31156"/>
                  <a:pt x="4837" y="30923"/>
                </a:cubicBezTo>
                <a:lnTo>
                  <a:pt x="4837" y="27254"/>
                </a:lnTo>
                <a:cubicBezTo>
                  <a:pt x="4837" y="27020"/>
                  <a:pt x="4671" y="26853"/>
                  <a:pt x="4437" y="26853"/>
                </a:cubicBezTo>
                <a:close/>
                <a:moveTo>
                  <a:pt x="6972" y="26853"/>
                </a:moveTo>
                <a:cubicBezTo>
                  <a:pt x="6739" y="26853"/>
                  <a:pt x="6572" y="27020"/>
                  <a:pt x="6572" y="27254"/>
                </a:cubicBezTo>
                <a:lnTo>
                  <a:pt x="6572" y="30923"/>
                </a:lnTo>
                <a:cubicBezTo>
                  <a:pt x="6572" y="31156"/>
                  <a:pt x="6739" y="31357"/>
                  <a:pt x="6972" y="31357"/>
                </a:cubicBezTo>
                <a:lnTo>
                  <a:pt x="10975" y="31357"/>
                </a:lnTo>
                <a:cubicBezTo>
                  <a:pt x="11209" y="31357"/>
                  <a:pt x="11409" y="31156"/>
                  <a:pt x="11409" y="30923"/>
                </a:cubicBezTo>
                <a:lnTo>
                  <a:pt x="11409" y="27254"/>
                </a:lnTo>
                <a:cubicBezTo>
                  <a:pt x="11409" y="27020"/>
                  <a:pt x="11209" y="26853"/>
                  <a:pt x="10975" y="26853"/>
                </a:cubicBezTo>
                <a:close/>
                <a:moveTo>
                  <a:pt x="13544" y="26853"/>
                </a:moveTo>
                <a:cubicBezTo>
                  <a:pt x="13310" y="26853"/>
                  <a:pt x="13110" y="27020"/>
                  <a:pt x="13110" y="27254"/>
                </a:cubicBezTo>
                <a:lnTo>
                  <a:pt x="13110" y="30923"/>
                </a:lnTo>
                <a:cubicBezTo>
                  <a:pt x="13110" y="31156"/>
                  <a:pt x="13310" y="31357"/>
                  <a:pt x="13544" y="31357"/>
                </a:cubicBezTo>
                <a:lnTo>
                  <a:pt x="17547" y="31357"/>
                </a:lnTo>
                <a:cubicBezTo>
                  <a:pt x="17780" y="31357"/>
                  <a:pt x="17947" y="31156"/>
                  <a:pt x="17947" y="30923"/>
                </a:cubicBezTo>
                <a:lnTo>
                  <a:pt x="17947" y="27254"/>
                </a:lnTo>
                <a:cubicBezTo>
                  <a:pt x="17947" y="27020"/>
                  <a:pt x="17780" y="26853"/>
                  <a:pt x="17547" y="26853"/>
                </a:cubicBezTo>
                <a:close/>
                <a:moveTo>
                  <a:pt x="20082" y="26853"/>
                </a:moveTo>
                <a:cubicBezTo>
                  <a:pt x="19882" y="26853"/>
                  <a:pt x="19681" y="27020"/>
                  <a:pt x="19681" y="27254"/>
                </a:cubicBezTo>
                <a:lnTo>
                  <a:pt x="19681" y="30923"/>
                </a:lnTo>
                <a:cubicBezTo>
                  <a:pt x="19681" y="31156"/>
                  <a:pt x="19882" y="31357"/>
                  <a:pt x="20082" y="31357"/>
                </a:cubicBezTo>
                <a:lnTo>
                  <a:pt x="24085" y="31357"/>
                </a:lnTo>
                <a:cubicBezTo>
                  <a:pt x="24318" y="31357"/>
                  <a:pt x="24518" y="31156"/>
                  <a:pt x="24518" y="30923"/>
                </a:cubicBezTo>
                <a:lnTo>
                  <a:pt x="24518" y="27254"/>
                </a:lnTo>
                <a:cubicBezTo>
                  <a:pt x="24518" y="27020"/>
                  <a:pt x="24318" y="26853"/>
                  <a:pt x="24085" y="26853"/>
                </a:cubicBezTo>
                <a:close/>
                <a:moveTo>
                  <a:pt x="26653" y="26853"/>
                </a:moveTo>
                <a:cubicBezTo>
                  <a:pt x="26420" y="26853"/>
                  <a:pt x="26253" y="27020"/>
                  <a:pt x="26253" y="27254"/>
                </a:cubicBezTo>
                <a:lnTo>
                  <a:pt x="26253" y="30923"/>
                </a:lnTo>
                <a:cubicBezTo>
                  <a:pt x="26253" y="31156"/>
                  <a:pt x="26420" y="31357"/>
                  <a:pt x="26653" y="31357"/>
                </a:cubicBezTo>
                <a:lnTo>
                  <a:pt x="56875" y="31357"/>
                </a:lnTo>
                <a:cubicBezTo>
                  <a:pt x="57108" y="31357"/>
                  <a:pt x="57308" y="31156"/>
                  <a:pt x="57308" y="30923"/>
                </a:cubicBezTo>
                <a:lnTo>
                  <a:pt x="57308" y="27254"/>
                </a:lnTo>
                <a:cubicBezTo>
                  <a:pt x="57308" y="27020"/>
                  <a:pt x="57108" y="26853"/>
                  <a:pt x="56875" y="26853"/>
                </a:cubicBezTo>
                <a:close/>
                <a:moveTo>
                  <a:pt x="59443" y="26853"/>
                </a:moveTo>
                <a:cubicBezTo>
                  <a:pt x="59210" y="26853"/>
                  <a:pt x="59009" y="27020"/>
                  <a:pt x="59009" y="27254"/>
                </a:cubicBezTo>
                <a:lnTo>
                  <a:pt x="59009" y="30923"/>
                </a:lnTo>
                <a:cubicBezTo>
                  <a:pt x="59009" y="31156"/>
                  <a:pt x="59210" y="31357"/>
                  <a:pt x="59443" y="31357"/>
                </a:cubicBezTo>
                <a:lnTo>
                  <a:pt x="63446" y="31357"/>
                </a:lnTo>
                <a:cubicBezTo>
                  <a:pt x="63646" y="31357"/>
                  <a:pt x="63846" y="31156"/>
                  <a:pt x="63846" y="30923"/>
                </a:cubicBezTo>
                <a:lnTo>
                  <a:pt x="63846" y="27254"/>
                </a:lnTo>
                <a:cubicBezTo>
                  <a:pt x="63846" y="27020"/>
                  <a:pt x="63646" y="26853"/>
                  <a:pt x="63446" y="26853"/>
                </a:cubicBezTo>
                <a:close/>
                <a:moveTo>
                  <a:pt x="65981" y="26853"/>
                </a:moveTo>
                <a:cubicBezTo>
                  <a:pt x="65748" y="26853"/>
                  <a:pt x="65581" y="27020"/>
                  <a:pt x="65581" y="27254"/>
                </a:cubicBezTo>
                <a:lnTo>
                  <a:pt x="65581" y="30923"/>
                </a:lnTo>
                <a:cubicBezTo>
                  <a:pt x="65581" y="31156"/>
                  <a:pt x="65748" y="31357"/>
                  <a:pt x="65981" y="31357"/>
                </a:cubicBezTo>
                <a:lnTo>
                  <a:pt x="69984" y="31357"/>
                </a:lnTo>
                <a:cubicBezTo>
                  <a:pt x="70217" y="31357"/>
                  <a:pt x="70418" y="31156"/>
                  <a:pt x="70418" y="30923"/>
                </a:cubicBezTo>
                <a:lnTo>
                  <a:pt x="70418" y="27254"/>
                </a:lnTo>
                <a:cubicBezTo>
                  <a:pt x="70418" y="27020"/>
                  <a:pt x="70217" y="26853"/>
                  <a:pt x="69984" y="26853"/>
                </a:cubicBezTo>
                <a:close/>
                <a:moveTo>
                  <a:pt x="72552" y="26853"/>
                </a:moveTo>
                <a:cubicBezTo>
                  <a:pt x="72319" y="26853"/>
                  <a:pt x="72119" y="27020"/>
                  <a:pt x="72119" y="27254"/>
                </a:cubicBezTo>
                <a:lnTo>
                  <a:pt x="72119" y="30923"/>
                </a:lnTo>
                <a:cubicBezTo>
                  <a:pt x="72119" y="31156"/>
                  <a:pt x="72319" y="31357"/>
                  <a:pt x="72552" y="31357"/>
                </a:cubicBezTo>
                <a:lnTo>
                  <a:pt x="76555" y="31357"/>
                </a:lnTo>
                <a:cubicBezTo>
                  <a:pt x="76789" y="31357"/>
                  <a:pt x="76956" y="31156"/>
                  <a:pt x="76956" y="30923"/>
                </a:cubicBezTo>
                <a:lnTo>
                  <a:pt x="76956" y="27254"/>
                </a:lnTo>
                <a:cubicBezTo>
                  <a:pt x="76956" y="27020"/>
                  <a:pt x="76789" y="26853"/>
                  <a:pt x="76555" y="2685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7"/>
          <p:cNvSpPr/>
          <p:nvPr/>
        </p:nvSpPr>
        <p:spPr>
          <a:xfrm>
            <a:off x="6116020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7"/>
          <p:cNvSpPr/>
          <p:nvPr/>
        </p:nvSpPr>
        <p:spPr>
          <a:xfrm>
            <a:off x="6116020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7"/>
          <p:cNvSpPr/>
          <p:nvPr/>
        </p:nvSpPr>
        <p:spPr>
          <a:xfrm>
            <a:off x="6116020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7"/>
          <p:cNvSpPr/>
          <p:nvPr/>
        </p:nvSpPr>
        <p:spPr>
          <a:xfrm>
            <a:off x="6116020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500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7"/>
          <p:cNvSpPr/>
          <p:nvPr/>
        </p:nvSpPr>
        <p:spPr>
          <a:xfrm>
            <a:off x="7319514" y="351587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7"/>
          <p:cNvSpPr/>
          <p:nvPr/>
        </p:nvSpPr>
        <p:spPr>
          <a:xfrm>
            <a:off x="7319514" y="3204513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1"/>
                </a:moveTo>
                <a:cubicBezTo>
                  <a:pt x="200" y="1"/>
                  <a:pt x="0" y="201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7"/>
          <p:cNvSpPr/>
          <p:nvPr/>
        </p:nvSpPr>
        <p:spPr>
          <a:xfrm>
            <a:off x="7319514" y="3360207"/>
            <a:ext cx="126826" cy="12271"/>
          </a:xfrm>
          <a:custGeom>
            <a:avLst/>
            <a:gdLst/>
            <a:ahLst/>
            <a:cxnLst/>
            <a:rect l="l" t="t" r="r" b="b"/>
            <a:pathLst>
              <a:path w="4837" h="468" extrusionOk="0">
                <a:moveTo>
                  <a:pt x="434" y="0"/>
                </a:moveTo>
                <a:cubicBezTo>
                  <a:pt x="200" y="0"/>
                  <a:pt x="0" y="167"/>
                  <a:pt x="0" y="400"/>
                </a:cubicBezTo>
                <a:lnTo>
                  <a:pt x="0" y="467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467"/>
                </a:cubicBezTo>
                <a:lnTo>
                  <a:pt x="4837" y="400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7"/>
          <p:cNvSpPr/>
          <p:nvPr/>
        </p:nvSpPr>
        <p:spPr>
          <a:xfrm>
            <a:off x="7835522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8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7"/>
          <p:cNvSpPr/>
          <p:nvPr/>
        </p:nvSpPr>
        <p:spPr>
          <a:xfrm>
            <a:off x="7319514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7"/>
          <p:cNvSpPr/>
          <p:nvPr/>
        </p:nvSpPr>
        <p:spPr>
          <a:xfrm>
            <a:off x="7319514" y="296748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7"/>
          <p:cNvSpPr/>
          <p:nvPr/>
        </p:nvSpPr>
        <p:spPr>
          <a:xfrm>
            <a:off x="7835522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8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7"/>
          <p:cNvSpPr/>
          <p:nvPr/>
        </p:nvSpPr>
        <p:spPr>
          <a:xfrm>
            <a:off x="7663231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7"/>
          <p:cNvSpPr/>
          <p:nvPr/>
        </p:nvSpPr>
        <p:spPr>
          <a:xfrm>
            <a:off x="7663231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7"/>
          <p:cNvSpPr/>
          <p:nvPr/>
        </p:nvSpPr>
        <p:spPr>
          <a:xfrm>
            <a:off x="7663231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7"/>
          <p:cNvSpPr/>
          <p:nvPr/>
        </p:nvSpPr>
        <p:spPr>
          <a:xfrm>
            <a:off x="7663231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7"/>
          <p:cNvSpPr/>
          <p:nvPr/>
        </p:nvSpPr>
        <p:spPr>
          <a:xfrm>
            <a:off x="7663231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7"/>
          <p:cNvSpPr/>
          <p:nvPr/>
        </p:nvSpPr>
        <p:spPr>
          <a:xfrm>
            <a:off x="7663231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7"/>
          <p:cNvSpPr/>
          <p:nvPr/>
        </p:nvSpPr>
        <p:spPr>
          <a:xfrm>
            <a:off x="8006947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27"/>
          <p:cNvSpPr/>
          <p:nvPr/>
        </p:nvSpPr>
        <p:spPr>
          <a:xfrm>
            <a:off x="7835522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8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7"/>
          <p:cNvSpPr/>
          <p:nvPr/>
        </p:nvSpPr>
        <p:spPr>
          <a:xfrm>
            <a:off x="7491805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167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7"/>
          <p:cNvSpPr/>
          <p:nvPr/>
        </p:nvSpPr>
        <p:spPr>
          <a:xfrm>
            <a:off x="7835522" y="3204513"/>
            <a:ext cx="298279" cy="13136"/>
          </a:xfrm>
          <a:custGeom>
            <a:avLst/>
            <a:gdLst/>
            <a:ahLst/>
            <a:cxnLst/>
            <a:rect l="l" t="t" r="r" b="b"/>
            <a:pathLst>
              <a:path w="11376" h="501" extrusionOk="0">
                <a:moveTo>
                  <a:pt x="401" y="1"/>
                </a:moveTo>
                <a:cubicBezTo>
                  <a:pt x="168" y="1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10975" y="67"/>
                </a:lnTo>
                <a:cubicBezTo>
                  <a:pt x="11209" y="67"/>
                  <a:pt x="11376" y="267"/>
                  <a:pt x="11376" y="501"/>
                </a:cubicBezTo>
                <a:lnTo>
                  <a:pt x="11376" y="401"/>
                </a:lnTo>
                <a:cubicBezTo>
                  <a:pt x="11376" y="167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27"/>
          <p:cNvSpPr/>
          <p:nvPr/>
        </p:nvSpPr>
        <p:spPr>
          <a:xfrm>
            <a:off x="7835522" y="3061064"/>
            <a:ext cx="298279" cy="13162"/>
          </a:xfrm>
          <a:custGeom>
            <a:avLst/>
            <a:gdLst/>
            <a:ahLst/>
            <a:cxnLst/>
            <a:rect l="l" t="t" r="r" b="b"/>
            <a:pathLst>
              <a:path w="11376" h="502" extrusionOk="0">
                <a:moveTo>
                  <a:pt x="401" y="1"/>
                </a:moveTo>
                <a:cubicBezTo>
                  <a:pt x="168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10975" y="101"/>
                </a:lnTo>
                <a:cubicBezTo>
                  <a:pt x="11209" y="101"/>
                  <a:pt x="11376" y="268"/>
                  <a:pt x="11376" y="501"/>
                </a:cubicBezTo>
                <a:lnTo>
                  <a:pt x="11376" y="435"/>
                </a:lnTo>
                <a:cubicBezTo>
                  <a:pt x="11376" y="201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7"/>
          <p:cNvSpPr/>
          <p:nvPr/>
        </p:nvSpPr>
        <p:spPr>
          <a:xfrm>
            <a:off x="8006947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7"/>
          <p:cNvSpPr/>
          <p:nvPr/>
        </p:nvSpPr>
        <p:spPr>
          <a:xfrm>
            <a:off x="7835522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8" y="0"/>
                  <a:pt x="1" y="167"/>
                  <a:pt x="1" y="400"/>
                </a:cubicBezTo>
                <a:lnTo>
                  <a:pt x="1" y="500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0"/>
                </a:cubicBezTo>
                <a:lnTo>
                  <a:pt x="4838" y="400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7"/>
          <p:cNvSpPr/>
          <p:nvPr/>
        </p:nvSpPr>
        <p:spPr>
          <a:xfrm>
            <a:off x="8006947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7"/>
          <p:cNvSpPr/>
          <p:nvPr/>
        </p:nvSpPr>
        <p:spPr>
          <a:xfrm>
            <a:off x="7491805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7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7"/>
          <p:cNvSpPr/>
          <p:nvPr/>
        </p:nvSpPr>
        <p:spPr>
          <a:xfrm>
            <a:off x="7491805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7"/>
          <p:cNvSpPr/>
          <p:nvPr/>
        </p:nvSpPr>
        <p:spPr>
          <a:xfrm>
            <a:off x="7491805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167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7"/>
          <p:cNvSpPr/>
          <p:nvPr/>
        </p:nvSpPr>
        <p:spPr>
          <a:xfrm>
            <a:off x="7491805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1"/>
                </a:moveTo>
                <a:cubicBezTo>
                  <a:pt x="167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7"/>
          <p:cNvSpPr/>
          <p:nvPr/>
        </p:nvSpPr>
        <p:spPr>
          <a:xfrm>
            <a:off x="8162641" y="2772461"/>
            <a:ext cx="111986" cy="114581"/>
          </a:xfrm>
          <a:custGeom>
            <a:avLst/>
            <a:gdLst/>
            <a:ahLst/>
            <a:cxnLst/>
            <a:rect l="l" t="t" r="r" b="b"/>
            <a:pathLst>
              <a:path w="4271" h="4370" extrusionOk="0">
                <a:moveTo>
                  <a:pt x="2135" y="0"/>
                </a:moveTo>
                <a:cubicBezTo>
                  <a:pt x="968" y="0"/>
                  <a:pt x="0" y="967"/>
                  <a:pt x="0" y="2168"/>
                </a:cubicBezTo>
                <a:cubicBezTo>
                  <a:pt x="0" y="3403"/>
                  <a:pt x="968" y="4370"/>
                  <a:pt x="2135" y="4370"/>
                </a:cubicBezTo>
                <a:cubicBezTo>
                  <a:pt x="3336" y="4370"/>
                  <a:pt x="4270" y="3403"/>
                  <a:pt x="4270" y="2168"/>
                </a:cubicBezTo>
                <a:cubicBezTo>
                  <a:pt x="4270" y="967"/>
                  <a:pt x="3336" y="0"/>
                  <a:pt x="2135" y="0"/>
                </a:cubicBezTo>
                <a:close/>
              </a:path>
            </a:pathLst>
          </a:custGeom>
          <a:solidFill>
            <a:srgbClr val="E0F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27"/>
          <p:cNvSpPr/>
          <p:nvPr/>
        </p:nvSpPr>
        <p:spPr>
          <a:xfrm>
            <a:off x="8162641" y="2772461"/>
            <a:ext cx="111986" cy="111959"/>
          </a:xfrm>
          <a:custGeom>
            <a:avLst/>
            <a:gdLst/>
            <a:ahLst/>
            <a:cxnLst/>
            <a:rect l="l" t="t" r="r" b="b"/>
            <a:pathLst>
              <a:path w="4271" h="4270" extrusionOk="0">
                <a:moveTo>
                  <a:pt x="2135" y="0"/>
                </a:moveTo>
                <a:cubicBezTo>
                  <a:pt x="968" y="0"/>
                  <a:pt x="0" y="934"/>
                  <a:pt x="0" y="2135"/>
                </a:cubicBezTo>
                <a:cubicBezTo>
                  <a:pt x="0" y="3302"/>
                  <a:pt x="968" y="4270"/>
                  <a:pt x="2135" y="4270"/>
                </a:cubicBezTo>
                <a:cubicBezTo>
                  <a:pt x="3336" y="4270"/>
                  <a:pt x="4270" y="3302"/>
                  <a:pt x="4270" y="2135"/>
                </a:cubicBezTo>
                <a:cubicBezTo>
                  <a:pt x="4270" y="934"/>
                  <a:pt x="3336" y="0"/>
                  <a:pt x="2135" y="0"/>
                </a:cubicBezTo>
                <a:close/>
              </a:path>
            </a:pathLst>
          </a:custGeom>
          <a:solidFill>
            <a:srgbClr val="B6BA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7"/>
          <p:cNvSpPr/>
          <p:nvPr/>
        </p:nvSpPr>
        <p:spPr>
          <a:xfrm>
            <a:off x="8173129" y="2782084"/>
            <a:ext cx="91875" cy="92714"/>
          </a:xfrm>
          <a:custGeom>
            <a:avLst/>
            <a:gdLst/>
            <a:ahLst/>
            <a:cxnLst/>
            <a:rect l="l" t="t" r="r" b="b"/>
            <a:pathLst>
              <a:path w="3504" h="3536" extrusionOk="0">
                <a:moveTo>
                  <a:pt x="1735" y="0"/>
                </a:moveTo>
                <a:cubicBezTo>
                  <a:pt x="768" y="0"/>
                  <a:pt x="1" y="801"/>
                  <a:pt x="1" y="1768"/>
                </a:cubicBezTo>
                <a:cubicBezTo>
                  <a:pt x="1" y="2735"/>
                  <a:pt x="768" y="3536"/>
                  <a:pt x="1735" y="3536"/>
                </a:cubicBezTo>
                <a:cubicBezTo>
                  <a:pt x="2703" y="3536"/>
                  <a:pt x="3503" y="2735"/>
                  <a:pt x="3503" y="1768"/>
                </a:cubicBezTo>
                <a:cubicBezTo>
                  <a:pt x="3503" y="801"/>
                  <a:pt x="2703" y="0"/>
                  <a:pt x="1735" y="0"/>
                </a:cubicBezTo>
                <a:close/>
              </a:path>
            </a:pathLst>
          </a:custGeom>
          <a:solidFill>
            <a:srgbClr val="D0D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7"/>
          <p:cNvSpPr/>
          <p:nvPr/>
        </p:nvSpPr>
        <p:spPr>
          <a:xfrm>
            <a:off x="8173129" y="2827549"/>
            <a:ext cx="91875" cy="47248"/>
          </a:xfrm>
          <a:custGeom>
            <a:avLst/>
            <a:gdLst/>
            <a:ahLst/>
            <a:cxnLst/>
            <a:rect l="l" t="t" r="r" b="b"/>
            <a:pathLst>
              <a:path w="3504" h="1802" extrusionOk="0">
                <a:moveTo>
                  <a:pt x="1" y="1"/>
                </a:moveTo>
                <a:cubicBezTo>
                  <a:pt x="1" y="1"/>
                  <a:pt x="1" y="34"/>
                  <a:pt x="1" y="34"/>
                </a:cubicBezTo>
                <a:cubicBezTo>
                  <a:pt x="1" y="1001"/>
                  <a:pt x="768" y="1802"/>
                  <a:pt x="1735" y="1802"/>
                </a:cubicBezTo>
                <a:cubicBezTo>
                  <a:pt x="2703" y="1802"/>
                  <a:pt x="3503" y="1001"/>
                  <a:pt x="3503" y="34"/>
                </a:cubicBezTo>
                <a:cubicBezTo>
                  <a:pt x="3503" y="34"/>
                  <a:pt x="3503" y="34"/>
                  <a:pt x="3503" y="1"/>
                </a:cubicBezTo>
                <a:cubicBezTo>
                  <a:pt x="3503" y="968"/>
                  <a:pt x="2703" y="1735"/>
                  <a:pt x="1735" y="1735"/>
                </a:cubicBezTo>
                <a:cubicBezTo>
                  <a:pt x="768" y="1735"/>
                  <a:pt x="1" y="968"/>
                  <a:pt x="1" y="1"/>
                </a:cubicBezTo>
                <a:close/>
              </a:path>
            </a:pathLst>
          </a:custGeom>
          <a:solidFill>
            <a:srgbClr val="E0F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7"/>
          <p:cNvSpPr/>
          <p:nvPr/>
        </p:nvSpPr>
        <p:spPr>
          <a:xfrm>
            <a:off x="5646147" y="2701671"/>
            <a:ext cx="68916" cy="31575"/>
          </a:xfrm>
          <a:custGeom>
            <a:avLst/>
            <a:gdLst/>
            <a:ahLst/>
            <a:cxnLst/>
            <a:rect l="l" t="t" r="r" b="b"/>
            <a:pathLst>
              <a:path w="2259" h="1035" extrusionOk="0">
                <a:moveTo>
                  <a:pt x="125" y="899"/>
                </a:moveTo>
                <a:lnTo>
                  <a:pt x="125" y="899"/>
                </a:lnTo>
                <a:cubicBezTo>
                  <a:pt x="132" y="943"/>
                  <a:pt x="142" y="989"/>
                  <a:pt x="157" y="1035"/>
                </a:cubicBezTo>
                <a:cubicBezTo>
                  <a:pt x="157" y="1001"/>
                  <a:pt x="157" y="1001"/>
                  <a:pt x="157" y="1001"/>
                </a:cubicBezTo>
                <a:cubicBezTo>
                  <a:pt x="144" y="967"/>
                  <a:pt x="133" y="933"/>
                  <a:pt x="125" y="899"/>
                </a:cubicBezTo>
                <a:close/>
                <a:moveTo>
                  <a:pt x="891" y="1"/>
                </a:moveTo>
                <a:cubicBezTo>
                  <a:pt x="329" y="1"/>
                  <a:pt x="1" y="409"/>
                  <a:pt x="125" y="899"/>
                </a:cubicBezTo>
                <a:lnTo>
                  <a:pt x="125" y="899"/>
                </a:lnTo>
                <a:cubicBezTo>
                  <a:pt x="49" y="429"/>
                  <a:pt x="373" y="67"/>
                  <a:pt x="891" y="67"/>
                </a:cubicBezTo>
                <a:cubicBezTo>
                  <a:pt x="1491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58" y="1"/>
                  <a:pt x="891" y="1"/>
                </a:cubicBezTo>
                <a:close/>
              </a:path>
            </a:pathLst>
          </a:custGeom>
          <a:solidFill>
            <a:srgbClr val="FFFF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27"/>
          <p:cNvSpPr/>
          <p:nvPr/>
        </p:nvSpPr>
        <p:spPr>
          <a:xfrm>
            <a:off x="5764205" y="2701671"/>
            <a:ext cx="68886" cy="31575"/>
          </a:xfrm>
          <a:custGeom>
            <a:avLst/>
            <a:gdLst/>
            <a:ahLst/>
            <a:cxnLst/>
            <a:rect l="l" t="t" r="r" b="b"/>
            <a:pathLst>
              <a:path w="2258" h="1035" extrusionOk="0">
                <a:moveTo>
                  <a:pt x="124" y="899"/>
                </a:moveTo>
                <a:cubicBezTo>
                  <a:pt x="131" y="943"/>
                  <a:pt x="142" y="989"/>
                  <a:pt x="156" y="1035"/>
                </a:cubicBezTo>
                <a:cubicBezTo>
                  <a:pt x="156" y="1001"/>
                  <a:pt x="156" y="1001"/>
                  <a:pt x="156" y="1001"/>
                </a:cubicBezTo>
                <a:cubicBezTo>
                  <a:pt x="143" y="967"/>
                  <a:pt x="133" y="933"/>
                  <a:pt x="124" y="899"/>
                </a:cubicBezTo>
                <a:close/>
                <a:moveTo>
                  <a:pt x="890" y="1"/>
                </a:moveTo>
                <a:cubicBezTo>
                  <a:pt x="328" y="1"/>
                  <a:pt x="0" y="409"/>
                  <a:pt x="124" y="899"/>
                </a:cubicBezTo>
                <a:lnTo>
                  <a:pt x="124" y="899"/>
                </a:lnTo>
                <a:cubicBezTo>
                  <a:pt x="49" y="429"/>
                  <a:pt x="372" y="67"/>
                  <a:pt x="890" y="67"/>
                </a:cubicBezTo>
                <a:cubicBezTo>
                  <a:pt x="1490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57" y="1"/>
                  <a:pt x="890" y="1"/>
                </a:cubicBezTo>
                <a:close/>
              </a:path>
            </a:pathLst>
          </a:custGeom>
          <a:solidFill>
            <a:srgbClr val="FF52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7"/>
          <p:cNvSpPr/>
          <p:nvPr/>
        </p:nvSpPr>
        <p:spPr>
          <a:xfrm>
            <a:off x="5882232" y="2701671"/>
            <a:ext cx="68916" cy="31575"/>
          </a:xfrm>
          <a:custGeom>
            <a:avLst/>
            <a:gdLst/>
            <a:ahLst/>
            <a:cxnLst/>
            <a:rect l="l" t="t" r="r" b="b"/>
            <a:pathLst>
              <a:path w="2259" h="1035" extrusionOk="0">
                <a:moveTo>
                  <a:pt x="124" y="899"/>
                </a:moveTo>
                <a:cubicBezTo>
                  <a:pt x="131" y="943"/>
                  <a:pt x="142" y="989"/>
                  <a:pt x="157" y="1035"/>
                </a:cubicBezTo>
                <a:cubicBezTo>
                  <a:pt x="157" y="1001"/>
                  <a:pt x="157" y="1001"/>
                  <a:pt x="157" y="1001"/>
                </a:cubicBezTo>
                <a:cubicBezTo>
                  <a:pt x="144" y="967"/>
                  <a:pt x="133" y="933"/>
                  <a:pt x="124" y="899"/>
                </a:cubicBezTo>
                <a:close/>
                <a:moveTo>
                  <a:pt x="890" y="1"/>
                </a:moveTo>
                <a:cubicBezTo>
                  <a:pt x="329" y="1"/>
                  <a:pt x="1" y="409"/>
                  <a:pt x="124" y="899"/>
                </a:cubicBezTo>
                <a:lnTo>
                  <a:pt x="124" y="899"/>
                </a:lnTo>
                <a:cubicBezTo>
                  <a:pt x="49" y="429"/>
                  <a:pt x="372" y="67"/>
                  <a:pt x="890" y="67"/>
                </a:cubicBezTo>
                <a:cubicBezTo>
                  <a:pt x="1491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91" y="1"/>
                  <a:pt x="890" y="1"/>
                </a:cubicBezTo>
                <a:close/>
              </a:path>
            </a:pathLst>
          </a:custGeom>
          <a:solidFill>
            <a:srgbClr val="45FF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27"/>
          <p:cNvSpPr/>
          <p:nvPr/>
        </p:nvSpPr>
        <p:spPr>
          <a:xfrm>
            <a:off x="7158576" y="2327273"/>
            <a:ext cx="26" cy="52492"/>
          </a:xfrm>
          <a:custGeom>
            <a:avLst/>
            <a:gdLst/>
            <a:ahLst/>
            <a:cxnLst/>
            <a:rect l="l" t="t" r="r" b="b"/>
            <a:pathLst>
              <a:path w="1" h="2002" extrusionOk="0">
                <a:moveTo>
                  <a:pt x="0" y="2002"/>
                </a:moveTo>
                <a:lnTo>
                  <a:pt x="0" y="0"/>
                </a:lnTo>
              </a:path>
            </a:pathLst>
          </a:custGeom>
          <a:solidFill>
            <a:srgbClr val="1FFF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7"/>
          <p:cNvSpPr/>
          <p:nvPr/>
        </p:nvSpPr>
        <p:spPr>
          <a:xfrm>
            <a:off x="7807545" y="2334545"/>
            <a:ext cx="107607" cy="32408"/>
          </a:xfrm>
          <a:custGeom>
            <a:avLst/>
            <a:gdLst/>
            <a:ahLst/>
            <a:cxnLst/>
            <a:rect l="l" t="t" r="r" b="b"/>
            <a:pathLst>
              <a:path w="4104" h="1236" extrusionOk="0">
                <a:moveTo>
                  <a:pt x="634" y="1"/>
                </a:moveTo>
                <a:cubicBezTo>
                  <a:pt x="301" y="1"/>
                  <a:pt x="0" y="268"/>
                  <a:pt x="0" y="601"/>
                </a:cubicBezTo>
                <a:cubicBezTo>
                  <a:pt x="0" y="968"/>
                  <a:pt x="301" y="1235"/>
                  <a:pt x="634" y="1235"/>
                </a:cubicBezTo>
                <a:lnTo>
                  <a:pt x="3470" y="1235"/>
                </a:lnTo>
                <a:cubicBezTo>
                  <a:pt x="3803" y="1235"/>
                  <a:pt x="4103" y="968"/>
                  <a:pt x="4103" y="601"/>
                </a:cubicBezTo>
                <a:cubicBezTo>
                  <a:pt x="4103" y="268"/>
                  <a:pt x="3803" y="1"/>
                  <a:pt x="3470" y="1"/>
                </a:cubicBezTo>
                <a:close/>
              </a:path>
            </a:pathLst>
          </a:custGeom>
          <a:solidFill>
            <a:srgbClr val="FF3E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27"/>
          <p:cNvSpPr/>
          <p:nvPr/>
        </p:nvSpPr>
        <p:spPr>
          <a:xfrm>
            <a:off x="7935236" y="2334545"/>
            <a:ext cx="107607" cy="32408"/>
          </a:xfrm>
          <a:custGeom>
            <a:avLst/>
            <a:gdLst/>
            <a:ahLst/>
            <a:cxnLst/>
            <a:rect l="l" t="t" r="r" b="b"/>
            <a:pathLst>
              <a:path w="4104" h="1236" extrusionOk="0">
                <a:moveTo>
                  <a:pt x="634" y="1"/>
                </a:moveTo>
                <a:cubicBezTo>
                  <a:pt x="301" y="1"/>
                  <a:pt x="1" y="268"/>
                  <a:pt x="1" y="601"/>
                </a:cubicBezTo>
                <a:cubicBezTo>
                  <a:pt x="1" y="968"/>
                  <a:pt x="301" y="1235"/>
                  <a:pt x="634" y="1235"/>
                </a:cubicBezTo>
                <a:lnTo>
                  <a:pt x="3470" y="1235"/>
                </a:lnTo>
                <a:cubicBezTo>
                  <a:pt x="3803" y="1235"/>
                  <a:pt x="4103" y="968"/>
                  <a:pt x="4103" y="601"/>
                </a:cubicBezTo>
                <a:cubicBezTo>
                  <a:pt x="4103" y="268"/>
                  <a:pt x="3803" y="1"/>
                  <a:pt x="3470" y="1"/>
                </a:cubicBezTo>
                <a:close/>
              </a:path>
            </a:pathLst>
          </a:custGeom>
          <a:solidFill>
            <a:srgbClr val="FF3E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7"/>
          <p:cNvSpPr/>
          <p:nvPr/>
        </p:nvSpPr>
        <p:spPr>
          <a:xfrm>
            <a:off x="7646607" y="2523460"/>
            <a:ext cx="697111" cy="32408"/>
          </a:xfrm>
          <a:custGeom>
            <a:avLst/>
            <a:gdLst/>
            <a:ahLst/>
            <a:cxnLst/>
            <a:rect l="l" t="t" r="r" b="b"/>
            <a:pathLst>
              <a:path w="26587" h="1236" extrusionOk="0">
                <a:moveTo>
                  <a:pt x="634" y="1"/>
                </a:moveTo>
                <a:cubicBezTo>
                  <a:pt x="301" y="1"/>
                  <a:pt x="1" y="268"/>
                  <a:pt x="1" y="601"/>
                </a:cubicBezTo>
                <a:cubicBezTo>
                  <a:pt x="1" y="968"/>
                  <a:pt x="301" y="1235"/>
                  <a:pt x="634" y="1235"/>
                </a:cubicBezTo>
                <a:lnTo>
                  <a:pt x="25953" y="1235"/>
                </a:lnTo>
                <a:cubicBezTo>
                  <a:pt x="26286" y="1235"/>
                  <a:pt x="26586" y="968"/>
                  <a:pt x="26586" y="601"/>
                </a:cubicBezTo>
                <a:cubicBezTo>
                  <a:pt x="26586" y="268"/>
                  <a:pt x="26286" y="1"/>
                  <a:pt x="25953" y="1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27"/>
          <p:cNvSpPr/>
          <p:nvPr/>
        </p:nvSpPr>
        <p:spPr>
          <a:xfrm>
            <a:off x="8170507" y="2589954"/>
            <a:ext cx="136475" cy="33247"/>
          </a:xfrm>
          <a:custGeom>
            <a:avLst/>
            <a:gdLst/>
            <a:ahLst/>
            <a:cxnLst/>
            <a:rect l="l" t="t" r="r" b="b"/>
            <a:pathLst>
              <a:path w="5205" h="1268" extrusionOk="0">
                <a:moveTo>
                  <a:pt x="634" y="0"/>
                </a:moveTo>
                <a:cubicBezTo>
                  <a:pt x="267" y="0"/>
                  <a:pt x="1" y="300"/>
                  <a:pt x="1" y="634"/>
                </a:cubicBezTo>
                <a:cubicBezTo>
                  <a:pt x="1" y="1001"/>
                  <a:pt x="267" y="1268"/>
                  <a:pt x="634" y="1268"/>
                </a:cubicBezTo>
                <a:lnTo>
                  <a:pt x="4571" y="1268"/>
                </a:lnTo>
                <a:cubicBezTo>
                  <a:pt x="4937" y="1268"/>
                  <a:pt x="5204" y="1001"/>
                  <a:pt x="5204" y="634"/>
                </a:cubicBezTo>
                <a:cubicBezTo>
                  <a:pt x="5204" y="300"/>
                  <a:pt x="4937" y="0"/>
                  <a:pt x="4571" y="0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7"/>
          <p:cNvSpPr/>
          <p:nvPr/>
        </p:nvSpPr>
        <p:spPr>
          <a:xfrm>
            <a:off x="8027084" y="2589954"/>
            <a:ext cx="123339" cy="33247"/>
          </a:xfrm>
          <a:custGeom>
            <a:avLst/>
            <a:gdLst/>
            <a:ahLst/>
            <a:cxnLst/>
            <a:rect l="l" t="t" r="r" b="b"/>
            <a:pathLst>
              <a:path w="4704" h="1268" extrusionOk="0">
                <a:moveTo>
                  <a:pt x="634" y="0"/>
                </a:moveTo>
                <a:cubicBezTo>
                  <a:pt x="300" y="0"/>
                  <a:pt x="0" y="300"/>
                  <a:pt x="0" y="634"/>
                </a:cubicBezTo>
                <a:cubicBezTo>
                  <a:pt x="0" y="1001"/>
                  <a:pt x="300" y="1268"/>
                  <a:pt x="634" y="1268"/>
                </a:cubicBezTo>
                <a:lnTo>
                  <a:pt x="4070" y="1268"/>
                </a:lnTo>
                <a:cubicBezTo>
                  <a:pt x="4437" y="1268"/>
                  <a:pt x="4703" y="1001"/>
                  <a:pt x="4703" y="634"/>
                </a:cubicBezTo>
                <a:cubicBezTo>
                  <a:pt x="4703" y="300"/>
                  <a:pt x="4403" y="0"/>
                  <a:pt x="4070" y="0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7"/>
          <p:cNvSpPr/>
          <p:nvPr/>
        </p:nvSpPr>
        <p:spPr>
          <a:xfrm>
            <a:off x="7916882" y="2122898"/>
            <a:ext cx="649863" cy="545796"/>
          </a:xfrm>
          <a:custGeom>
            <a:avLst/>
            <a:gdLst/>
            <a:ahLst/>
            <a:cxnLst/>
            <a:rect l="l" t="t" r="r" b="b"/>
            <a:pathLst>
              <a:path w="24785" h="20816" extrusionOk="0">
                <a:moveTo>
                  <a:pt x="20815" y="0"/>
                </a:moveTo>
                <a:lnTo>
                  <a:pt x="0" y="20815"/>
                </a:lnTo>
                <a:lnTo>
                  <a:pt x="4303" y="20815"/>
                </a:lnTo>
                <a:lnTo>
                  <a:pt x="24584" y="534"/>
                </a:lnTo>
                <a:lnTo>
                  <a:pt x="24784" y="0"/>
                </a:lnTo>
                <a:close/>
              </a:path>
            </a:pathLst>
          </a:custGeom>
          <a:solidFill>
            <a:srgbClr val="E1F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27"/>
          <p:cNvSpPr/>
          <p:nvPr/>
        </p:nvSpPr>
        <p:spPr>
          <a:xfrm>
            <a:off x="4992525" y="1047062"/>
            <a:ext cx="2624530" cy="1703569"/>
          </a:xfrm>
          <a:custGeom>
            <a:avLst/>
            <a:gdLst/>
            <a:ahLst/>
            <a:cxnLst/>
            <a:rect l="l" t="t" r="r" b="b"/>
            <a:pathLst>
              <a:path w="86029" h="55841" extrusionOk="0">
                <a:moveTo>
                  <a:pt x="2102" y="1"/>
                </a:moveTo>
                <a:cubicBezTo>
                  <a:pt x="935" y="1"/>
                  <a:pt x="1" y="935"/>
                  <a:pt x="1" y="2102"/>
                </a:cubicBezTo>
                <a:lnTo>
                  <a:pt x="1" y="53739"/>
                </a:lnTo>
                <a:cubicBezTo>
                  <a:pt x="1" y="54907"/>
                  <a:pt x="935" y="55841"/>
                  <a:pt x="2102" y="55841"/>
                </a:cubicBezTo>
                <a:lnTo>
                  <a:pt x="83894" y="55841"/>
                </a:lnTo>
                <a:cubicBezTo>
                  <a:pt x="85062" y="55841"/>
                  <a:pt x="86029" y="54907"/>
                  <a:pt x="86029" y="53739"/>
                </a:cubicBezTo>
                <a:lnTo>
                  <a:pt x="86029" y="2102"/>
                </a:lnTo>
                <a:cubicBezTo>
                  <a:pt x="86029" y="935"/>
                  <a:pt x="85062" y="1"/>
                  <a:pt x="83894" y="1"/>
                </a:cubicBezTo>
                <a:close/>
              </a:path>
            </a:pathLst>
          </a:custGeom>
          <a:solidFill>
            <a:srgbClr val="B8B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4992525" y="1047062"/>
            <a:ext cx="2624530" cy="274812"/>
          </a:xfrm>
          <a:custGeom>
            <a:avLst/>
            <a:gdLst/>
            <a:ahLst/>
            <a:cxnLst/>
            <a:rect l="l" t="t" r="r" b="b"/>
            <a:pathLst>
              <a:path w="86029" h="9008" extrusionOk="0">
                <a:moveTo>
                  <a:pt x="2436" y="1"/>
                </a:moveTo>
                <a:cubicBezTo>
                  <a:pt x="1102" y="1"/>
                  <a:pt x="1" y="1068"/>
                  <a:pt x="1" y="2436"/>
                </a:cubicBezTo>
                <a:lnTo>
                  <a:pt x="1" y="9007"/>
                </a:lnTo>
                <a:lnTo>
                  <a:pt x="86029" y="9007"/>
                </a:lnTo>
                <a:lnTo>
                  <a:pt x="86029" y="2436"/>
                </a:lnTo>
                <a:cubicBezTo>
                  <a:pt x="86029" y="1102"/>
                  <a:pt x="84928" y="1"/>
                  <a:pt x="8359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7"/>
          <p:cNvSpPr/>
          <p:nvPr/>
        </p:nvSpPr>
        <p:spPr>
          <a:xfrm>
            <a:off x="5098380" y="1404255"/>
            <a:ext cx="2417933" cy="1256817"/>
          </a:xfrm>
          <a:custGeom>
            <a:avLst/>
            <a:gdLst/>
            <a:ahLst/>
            <a:cxnLst/>
            <a:rect l="l" t="t" r="r" b="b"/>
            <a:pathLst>
              <a:path w="79257" h="41197" extrusionOk="0">
                <a:moveTo>
                  <a:pt x="77522" y="41196"/>
                </a:moveTo>
                <a:lnTo>
                  <a:pt x="1735" y="41196"/>
                </a:lnTo>
                <a:cubicBezTo>
                  <a:pt x="767" y="41196"/>
                  <a:pt x="0" y="40429"/>
                  <a:pt x="0" y="39462"/>
                </a:cubicBezTo>
                <a:lnTo>
                  <a:pt x="0" y="1735"/>
                </a:lnTo>
                <a:cubicBezTo>
                  <a:pt x="0" y="768"/>
                  <a:pt x="767" y="0"/>
                  <a:pt x="1735" y="0"/>
                </a:cubicBezTo>
                <a:lnTo>
                  <a:pt x="77522" y="0"/>
                </a:lnTo>
                <a:cubicBezTo>
                  <a:pt x="78489" y="0"/>
                  <a:pt x="79257" y="768"/>
                  <a:pt x="79257" y="1735"/>
                </a:cubicBezTo>
                <a:lnTo>
                  <a:pt x="79257" y="39462"/>
                </a:lnTo>
                <a:cubicBezTo>
                  <a:pt x="79257" y="40429"/>
                  <a:pt x="78489" y="41196"/>
                  <a:pt x="77522" y="41196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27"/>
          <p:cNvSpPr/>
          <p:nvPr/>
        </p:nvSpPr>
        <p:spPr>
          <a:xfrm>
            <a:off x="5168574" y="1477530"/>
            <a:ext cx="57019" cy="116020"/>
          </a:xfrm>
          <a:custGeom>
            <a:avLst/>
            <a:gdLst/>
            <a:ahLst/>
            <a:cxnLst/>
            <a:rect l="l" t="t" r="r" b="b"/>
            <a:pathLst>
              <a:path w="1869" h="3803" fill="none" extrusionOk="0">
                <a:moveTo>
                  <a:pt x="1869" y="0"/>
                </a:moveTo>
                <a:lnTo>
                  <a:pt x="1" y="1901"/>
                </a:lnTo>
                <a:lnTo>
                  <a:pt x="1869" y="3803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27"/>
          <p:cNvSpPr/>
          <p:nvPr/>
        </p:nvSpPr>
        <p:spPr>
          <a:xfrm>
            <a:off x="5371072" y="1477530"/>
            <a:ext cx="58056" cy="116020"/>
          </a:xfrm>
          <a:custGeom>
            <a:avLst/>
            <a:gdLst/>
            <a:ahLst/>
            <a:cxnLst/>
            <a:rect l="l" t="t" r="r" b="b"/>
            <a:pathLst>
              <a:path w="1903" h="3803" fill="none" extrusionOk="0">
                <a:moveTo>
                  <a:pt x="1" y="0"/>
                </a:moveTo>
                <a:lnTo>
                  <a:pt x="1902" y="1901"/>
                </a:lnTo>
                <a:lnTo>
                  <a:pt x="1" y="3803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7"/>
          <p:cNvSpPr/>
          <p:nvPr/>
        </p:nvSpPr>
        <p:spPr>
          <a:xfrm>
            <a:off x="5274399" y="1477530"/>
            <a:ext cx="45822" cy="126210"/>
          </a:xfrm>
          <a:custGeom>
            <a:avLst/>
            <a:gdLst/>
            <a:ahLst/>
            <a:cxnLst/>
            <a:rect l="l" t="t" r="r" b="b"/>
            <a:pathLst>
              <a:path w="1502" h="4137" fill="none" extrusionOk="0">
                <a:moveTo>
                  <a:pt x="1" y="4136"/>
                </a:moveTo>
                <a:lnTo>
                  <a:pt x="1502" y="0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7"/>
          <p:cNvSpPr/>
          <p:nvPr/>
        </p:nvSpPr>
        <p:spPr>
          <a:xfrm>
            <a:off x="5473847" y="1588419"/>
            <a:ext cx="32613" cy="32613"/>
          </a:xfrm>
          <a:custGeom>
            <a:avLst/>
            <a:gdLst/>
            <a:ahLst/>
            <a:cxnLst/>
            <a:rect l="l" t="t" r="r" b="b"/>
            <a:pathLst>
              <a:path w="1069" h="1069" extrusionOk="0">
                <a:moveTo>
                  <a:pt x="535" y="1"/>
                </a:moveTo>
                <a:cubicBezTo>
                  <a:pt x="234" y="1"/>
                  <a:pt x="1" y="234"/>
                  <a:pt x="1" y="535"/>
                </a:cubicBezTo>
                <a:cubicBezTo>
                  <a:pt x="1" y="802"/>
                  <a:pt x="234" y="1068"/>
                  <a:pt x="535" y="1068"/>
                </a:cubicBezTo>
                <a:cubicBezTo>
                  <a:pt x="835" y="1068"/>
                  <a:pt x="1068" y="802"/>
                  <a:pt x="1068" y="535"/>
                </a:cubicBezTo>
                <a:cubicBezTo>
                  <a:pt x="1068" y="234"/>
                  <a:pt x="835" y="1"/>
                  <a:pt x="535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5521684" y="1588419"/>
            <a:ext cx="32582" cy="32613"/>
          </a:xfrm>
          <a:custGeom>
            <a:avLst/>
            <a:gdLst/>
            <a:ahLst/>
            <a:cxnLst/>
            <a:rect l="l" t="t" r="r" b="b"/>
            <a:pathLst>
              <a:path w="1068" h="1069" extrusionOk="0">
                <a:moveTo>
                  <a:pt x="534" y="1"/>
                </a:moveTo>
                <a:cubicBezTo>
                  <a:pt x="267" y="1"/>
                  <a:pt x="0" y="234"/>
                  <a:pt x="0" y="535"/>
                </a:cubicBezTo>
                <a:cubicBezTo>
                  <a:pt x="0" y="802"/>
                  <a:pt x="267" y="1068"/>
                  <a:pt x="534" y="1068"/>
                </a:cubicBezTo>
                <a:cubicBezTo>
                  <a:pt x="834" y="1068"/>
                  <a:pt x="1068" y="802"/>
                  <a:pt x="1068" y="535"/>
                </a:cubicBezTo>
                <a:cubicBezTo>
                  <a:pt x="1068" y="234"/>
                  <a:pt x="834" y="1"/>
                  <a:pt x="534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7"/>
          <p:cNvSpPr/>
          <p:nvPr/>
        </p:nvSpPr>
        <p:spPr>
          <a:xfrm>
            <a:off x="5589864" y="1588419"/>
            <a:ext cx="32582" cy="32613"/>
          </a:xfrm>
          <a:custGeom>
            <a:avLst/>
            <a:gdLst/>
            <a:ahLst/>
            <a:cxnLst/>
            <a:rect l="l" t="t" r="r" b="b"/>
            <a:pathLst>
              <a:path w="1068" h="1069" extrusionOk="0">
                <a:moveTo>
                  <a:pt x="534" y="1"/>
                </a:moveTo>
                <a:cubicBezTo>
                  <a:pt x="234" y="1"/>
                  <a:pt x="0" y="234"/>
                  <a:pt x="0" y="535"/>
                </a:cubicBezTo>
                <a:cubicBezTo>
                  <a:pt x="0" y="802"/>
                  <a:pt x="234" y="1068"/>
                  <a:pt x="534" y="1068"/>
                </a:cubicBezTo>
                <a:cubicBezTo>
                  <a:pt x="834" y="1068"/>
                  <a:pt x="1068" y="802"/>
                  <a:pt x="1068" y="535"/>
                </a:cubicBezTo>
                <a:cubicBezTo>
                  <a:pt x="1068" y="234"/>
                  <a:pt x="834" y="1"/>
                  <a:pt x="534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7"/>
          <p:cNvSpPr/>
          <p:nvPr/>
        </p:nvSpPr>
        <p:spPr>
          <a:xfrm>
            <a:off x="5197067" y="1721730"/>
            <a:ext cx="1737158" cy="31"/>
          </a:xfrm>
          <a:custGeom>
            <a:avLst/>
            <a:gdLst/>
            <a:ahLst/>
            <a:cxnLst/>
            <a:rect l="l" t="t" r="r" b="b"/>
            <a:pathLst>
              <a:path w="56942" h="1" fill="none" extrusionOk="0">
                <a:moveTo>
                  <a:pt x="1" y="1"/>
                </a:moveTo>
                <a:lnTo>
                  <a:pt x="56941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7"/>
          <p:cNvSpPr/>
          <p:nvPr/>
        </p:nvSpPr>
        <p:spPr>
          <a:xfrm>
            <a:off x="7038920" y="1721730"/>
            <a:ext cx="134355" cy="31"/>
          </a:xfrm>
          <a:custGeom>
            <a:avLst/>
            <a:gdLst/>
            <a:ahLst/>
            <a:cxnLst/>
            <a:rect l="l" t="t" r="r" b="b"/>
            <a:pathLst>
              <a:path w="4404" h="1" fill="none" extrusionOk="0">
                <a:moveTo>
                  <a:pt x="0" y="1"/>
                </a:moveTo>
                <a:lnTo>
                  <a:pt x="4403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7"/>
          <p:cNvSpPr/>
          <p:nvPr/>
        </p:nvSpPr>
        <p:spPr>
          <a:xfrm>
            <a:off x="7247520" y="1721730"/>
            <a:ext cx="170995" cy="31"/>
          </a:xfrm>
          <a:custGeom>
            <a:avLst/>
            <a:gdLst/>
            <a:ahLst/>
            <a:cxnLst/>
            <a:rect l="l" t="t" r="r" b="b"/>
            <a:pathLst>
              <a:path w="5605" h="1" fill="none" extrusionOk="0">
                <a:moveTo>
                  <a:pt x="0" y="1"/>
                </a:moveTo>
                <a:lnTo>
                  <a:pt x="5604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7"/>
          <p:cNvSpPr/>
          <p:nvPr/>
        </p:nvSpPr>
        <p:spPr>
          <a:xfrm>
            <a:off x="5197067" y="1858091"/>
            <a:ext cx="1086891" cy="31"/>
          </a:xfrm>
          <a:custGeom>
            <a:avLst/>
            <a:gdLst/>
            <a:ahLst/>
            <a:cxnLst/>
            <a:rect l="l" t="t" r="r" b="b"/>
            <a:pathLst>
              <a:path w="35627" h="1" fill="none" extrusionOk="0">
                <a:moveTo>
                  <a:pt x="1" y="1"/>
                </a:moveTo>
                <a:lnTo>
                  <a:pt x="35626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7"/>
          <p:cNvSpPr/>
          <p:nvPr/>
        </p:nvSpPr>
        <p:spPr>
          <a:xfrm>
            <a:off x="6444635" y="1858091"/>
            <a:ext cx="195431" cy="31"/>
          </a:xfrm>
          <a:custGeom>
            <a:avLst/>
            <a:gdLst/>
            <a:ahLst/>
            <a:cxnLst/>
            <a:rect l="l" t="t" r="r" b="b"/>
            <a:pathLst>
              <a:path w="6406" h="1" fill="none" extrusionOk="0">
                <a:moveTo>
                  <a:pt x="1" y="1"/>
                </a:moveTo>
                <a:lnTo>
                  <a:pt x="6405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27"/>
          <p:cNvSpPr/>
          <p:nvPr/>
        </p:nvSpPr>
        <p:spPr>
          <a:xfrm>
            <a:off x="6110870" y="1936461"/>
            <a:ext cx="529214" cy="31"/>
          </a:xfrm>
          <a:custGeom>
            <a:avLst/>
            <a:gdLst/>
            <a:ahLst/>
            <a:cxnLst/>
            <a:rect l="l" t="t" r="r" b="b"/>
            <a:pathLst>
              <a:path w="17347" h="1" fill="none" extrusionOk="0">
                <a:moveTo>
                  <a:pt x="17346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27"/>
          <p:cNvSpPr/>
          <p:nvPr/>
        </p:nvSpPr>
        <p:spPr>
          <a:xfrm>
            <a:off x="5931770" y="1936461"/>
            <a:ext cx="106898" cy="31"/>
          </a:xfrm>
          <a:custGeom>
            <a:avLst/>
            <a:gdLst/>
            <a:ahLst/>
            <a:cxnLst/>
            <a:rect l="l" t="t" r="r" b="b"/>
            <a:pathLst>
              <a:path w="3504" h="1" fill="none" extrusionOk="0">
                <a:moveTo>
                  <a:pt x="3503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7"/>
          <p:cNvSpPr/>
          <p:nvPr/>
        </p:nvSpPr>
        <p:spPr>
          <a:xfrm>
            <a:off x="5740468" y="1936461"/>
            <a:ext cx="106868" cy="31"/>
          </a:xfrm>
          <a:custGeom>
            <a:avLst/>
            <a:gdLst/>
            <a:ahLst/>
            <a:cxnLst/>
            <a:rect l="l" t="t" r="r" b="b"/>
            <a:pathLst>
              <a:path w="3503" h="1" fill="none" extrusionOk="0">
                <a:moveTo>
                  <a:pt x="3503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7"/>
          <p:cNvSpPr/>
          <p:nvPr/>
        </p:nvSpPr>
        <p:spPr>
          <a:xfrm>
            <a:off x="5550172" y="1936461"/>
            <a:ext cx="105861" cy="31"/>
          </a:xfrm>
          <a:custGeom>
            <a:avLst/>
            <a:gdLst/>
            <a:ahLst/>
            <a:cxnLst/>
            <a:rect l="l" t="t" r="r" b="b"/>
            <a:pathLst>
              <a:path w="3470" h="1" fill="none" extrusionOk="0">
                <a:moveTo>
                  <a:pt x="3470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27"/>
          <p:cNvSpPr/>
          <p:nvPr/>
        </p:nvSpPr>
        <p:spPr>
          <a:xfrm>
            <a:off x="5358870" y="1936461"/>
            <a:ext cx="105861" cy="31"/>
          </a:xfrm>
          <a:custGeom>
            <a:avLst/>
            <a:gdLst/>
            <a:ahLst/>
            <a:cxnLst/>
            <a:rect l="l" t="t" r="r" b="b"/>
            <a:pathLst>
              <a:path w="3470" h="1" fill="none" extrusionOk="0">
                <a:moveTo>
                  <a:pt x="3470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27"/>
          <p:cNvSpPr/>
          <p:nvPr/>
        </p:nvSpPr>
        <p:spPr>
          <a:xfrm>
            <a:off x="5391219" y="2042880"/>
            <a:ext cx="1647588" cy="31"/>
          </a:xfrm>
          <a:custGeom>
            <a:avLst/>
            <a:gdLst/>
            <a:ahLst/>
            <a:cxnLst/>
            <a:rect l="l" t="t" r="r" b="b"/>
            <a:pathLst>
              <a:path w="54006" h="1" fill="none" extrusionOk="0">
                <a:moveTo>
                  <a:pt x="54006" y="1"/>
                </a:moveTo>
                <a:lnTo>
                  <a:pt x="0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27"/>
          <p:cNvSpPr/>
          <p:nvPr/>
        </p:nvSpPr>
        <p:spPr>
          <a:xfrm>
            <a:off x="5197067" y="1936461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5197067" y="2032097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1"/>
                </a:moveTo>
                <a:lnTo>
                  <a:pt x="1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27"/>
          <p:cNvSpPr/>
          <p:nvPr/>
        </p:nvSpPr>
        <p:spPr>
          <a:xfrm>
            <a:off x="5197067" y="2127763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7"/>
          <p:cNvSpPr/>
          <p:nvPr/>
        </p:nvSpPr>
        <p:spPr>
          <a:xfrm>
            <a:off x="5197067" y="2223399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1"/>
                </a:moveTo>
                <a:lnTo>
                  <a:pt x="1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7"/>
          <p:cNvSpPr/>
          <p:nvPr/>
        </p:nvSpPr>
        <p:spPr>
          <a:xfrm>
            <a:off x="7106064" y="2032097"/>
            <a:ext cx="226976" cy="31"/>
          </a:xfrm>
          <a:custGeom>
            <a:avLst/>
            <a:gdLst/>
            <a:ahLst/>
            <a:cxnLst/>
            <a:rect l="l" t="t" r="r" b="b"/>
            <a:pathLst>
              <a:path w="7440" h="1" fill="none" extrusionOk="0">
                <a:moveTo>
                  <a:pt x="1" y="1"/>
                </a:moveTo>
                <a:lnTo>
                  <a:pt x="7439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7"/>
          <p:cNvSpPr/>
          <p:nvPr/>
        </p:nvSpPr>
        <p:spPr>
          <a:xfrm>
            <a:off x="5354813" y="2127763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0"/>
                </a:moveTo>
                <a:lnTo>
                  <a:pt x="14944" y="0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5354813" y="2225443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1"/>
                </a:moveTo>
                <a:lnTo>
                  <a:pt x="14944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7"/>
          <p:cNvSpPr/>
          <p:nvPr/>
        </p:nvSpPr>
        <p:spPr>
          <a:xfrm>
            <a:off x="5354813" y="2324160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0"/>
                </a:moveTo>
                <a:lnTo>
                  <a:pt x="14944" y="0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27"/>
          <p:cNvSpPr/>
          <p:nvPr/>
        </p:nvSpPr>
        <p:spPr>
          <a:xfrm>
            <a:off x="5354813" y="2421840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1"/>
                </a:moveTo>
                <a:lnTo>
                  <a:pt x="14944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27"/>
          <p:cNvSpPr/>
          <p:nvPr/>
        </p:nvSpPr>
        <p:spPr>
          <a:xfrm>
            <a:off x="6110870" y="2421840"/>
            <a:ext cx="928130" cy="31"/>
          </a:xfrm>
          <a:custGeom>
            <a:avLst/>
            <a:gdLst/>
            <a:ahLst/>
            <a:cxnLst/>
            <a:rect l="l" t="t" r="r" b="b"/>
            <a:pathLst>
              <a:path w="30423" h="1" fill="none" extrusionOk="0">
                <a:moveTo>
                  <a:pt x="0" y="1"/>
                </a:moveTo>
                <a:lnTo>
                  <a:pt x="30422" y="1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7"/>
          <p:cNvSpPr/>
          <p:nvPr/>
        </p:nvSpPr>
        <p:spPr>
          <a:xfrm>
            <a:off x="6661380" y="2324160"/>
            <a:ext cx="377591" cy="31"/>
          </a:xfrm>
          <a:custGeom>
            <a:avLst/>
            <a:gdLst/>
            <a:ahLst/>
            <a:cxnLst/>
            <a:rect l="l" t="t" r="r" b="b"/>
            <a:pathLst>
              <a:path w="12377" h="1" fill="none" extrusionOk="0">
                <a:moveTo>
                  <a:pt x="1" y="0"/>
                </a:moveTo>
                <a:lnTo>
                  <a:pt x="12376" y="0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7"/>
          <p:cNvSpPr/>
          <p:nvPr/>
        </p:nvSpPr>
        <p:spPr>
          <a:xfrm>
            <a:off x="6889319" y="2223399"/>
            <a:ext cx="149639" cy="31"/>
          </a:xfrm>
          <a:custGeom>
            <a:avLst/>
            <a:gdLst/>
            <a:ahLst/>
            <a:cxnLst/>
            <a:rect l="l" t="t" r="r" b="b"/>
            <a:pathLst>
              <a:path w="4905" h="1" fill="none" extrusionOk="0">
                <a:moveTo>
                  <a:pt x="1" y="1"/>
                </a:moveTo>
                <a:lnTo>
                  <a:pt x="4904" y="1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7"/>
          <p:cNvSpPr/>
          <p:nvPr/>
        </p:nvSpPr>
        <p:spPr>
          <a:xfrm>
            <a:off x="7602007" y="1310369"/>
            <a:ext cx="1114298" cy="1734401"/>
          </a:xfrm>
          <a:custGeom>
            <a:avLst/>
            <a:gdLst/>
            <a:ahLst/>
            <a:cxnLst/>
            <a:rect l="l" t="t" r="r" b="b"/>
            <a:pathLst>
              <a:path w="42498" h="66148" extrusionOk="0">
                <a:moveTo>
                  <a:pt x="2169" y="1"/>
                </a:moveTo>
                <a:cubicBezTo>
                  <a:pt x="968" y="1"/>
                  <a:pt x="0" y="968"/>
                  <a:pt x="0" y="2169"/>
                </a:cubicBezTo>
                <a:lnTo>
                  <a:pt x="0" y="63980"/>
                </a:lnTo>
                <a:cubicBezTo>
                  <a:pt x="0" y="65181"/>
                  <a:pt x="968" y="66148"/>
                  <a:pt x="2169" y="66148"/>
                </a:cubicBezTo>
                <a:lnTo>
                  <a:pt x="40329" y="66148"/>
                </a:lnTo>
                <a:cubicBezTo>
                  <a:pt x="41530" y="66148"/>
                  <a:pt x="42497" y="65181"/>
                  <a:pt x="42497" y="63980"/>
                </a:cubicBezTo>
                <a:lnTo>
                  <a:pt x="42497" y="2169"/>
                </a:lnTo>
                <a:cubicBezTo>
                  <a:pt x="42497" y="968"/>
                  <a:pt x="41530" y="1"/>
                  <a:pt x="403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7"/>
          <p:cNvSpPr/>
          <p:nvPr/>
        </p:nvSpPr>
        <p:spPr>
          <a:xfrm>
            <a:off x="7602007" y="1310369"/>
            <a:ext cx="1114298" cy="157451"/>
          </a:xfrm>
          <a:custGeom>
            <a:avLst/>
            <a:gdLst/>
            <a:ahLst/>
            <a:cxnLst/>
            <a:rect l="l" t="t" r="r" b="b"/>
            <a:pathLst>
              <a:path w="42498" h="6005" extrusionOk="0">
                <a:moveTo>
                  <a:pt x="1635" y="1"/>
                </a:moveTo>
                <a:cubicBezTo>
                  <a:pt x="734" y="1"/>
                  <a:pt x="0" y="734"/>
                  <a:pt x="0" y="1635"/>
                </a:cubicBezTo>
                <a:lnTo>
                  <a:pt x="0" y="6005"/>
                </a:lnTo>
                <a:lnTo>
                  <a:pt x="42497" y="6005"/>
                </a:lnTo>
                <a:lnTo>
                  <a:pt x="42497" y="1635"/>
                </a:lnTo>
                <a:cubicBezTo>
                  <a:pt x="42497" y="734"/>
                  <a:pt x="41764" y="1"/>
                  <a:pt x="4086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7"/>
          <p:cNvSpPr/>
          <p:nvPr/>
        </p:nvSpPr>
        <p:spPr>
          <a:xfrm>
            <a:off x="7662365" y="1515042"/>
            <a:ext cx="996203" cy="1478126"/>
          </a:xfrm>
          <a:custGeom>
            <a:avLst/>
            <a:gdLst/>
            <a:ahLst/>
            <a:cxnLst/>
            <a:rect l="l" t="t" r="r" b="b"/>
            <a:pathLst>
              <a:path w="37994" h="56374" extrusionOk="0">
                <a:moveTo>
                  <a:pt x="36259" y="56374"/>
                </a:moveTo>
                <a:lnTo>
                  <a:pt x="1768" y="56374"/>
                </a:lnTo>
                <a:cubicBezTo>
                  <a:pt x="801" y="56374"/>
                  <a:pt x="0" y="55607"/>
                  <a:pt x="0" y="54639"/>
                </a:cubicBezTo>
                <a:lnTo>
                  <a:pt x="0" y="1735"/>
                </a:lnTo>
                <a:cubicBezTo>
                  <a:pt x="0" y="767"/>
                  <a:pt x="801" y="0"/>
                  <a:pt x="1768" y="0"/>
                </a:cubicBezTo>
                <a:lnTo>
                  <a:pt x="36259" y="0"/>
                </a:lnTo>
                <a:cubicBezTo>
                  <a:pt x="37227" y="0"/>
                  <a:pt x="37994" y="767"/>
                  <a:pt x="37994" y="1735"/>
                </a:cubicBezTo>
                <a:lnTo>
                  <a:pt x="37994" y="54639"/>
                </a:lnTo>
                <a:cubicBezTo>
                  <a:pt x="37994" y="55607"/>
                  <a:pt x="37227" y="56374"/>
                  <a:pt x="36259" y="56374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7"/>
          <p:cNvSpPr/>
          <p:nvPr/>
        </p:nvSpPr>
        <p:spPr>
          <a:xfrm>
            <a:off x="7905503" y="1362835"/>
            <a:ext cx="53384" cy="27164"/>
          </a:xfrm>
          <a:custGeom>
            <a:avLst/>
            <a:gdLst/>
            <a:ahLst/>
            <a:cxnLst/>
            <a:rect l="l" t="t" r="r" b="b"/>
            <a:pathLst>
              <a:path w="2036" h="1036" extrusionOk="0">
                <a:moveTo>
                  <a:pt x="1001" y="1"/>
                </a:moveTo>
                <a:cubicBezTo>
                  <a:pt x="434" y="1"/>
                  <a:pt x="0" y="435"/>
                  <a:pt x="0" y="1002"/>
                </a:cubicBezTo>
                <a:lnTo>
                  <a:pt x="0" y="1035"/>
                </a:lnTo>
                <a:cubicBezTo>
                  <a:pt x="0" y="468"/>
                  <a:pt x="434" y="1"/>
                  <a:pt x="1001" y="1"/>
                </a:cubicBezTo>
                <a:close/>
                <a:moveTo>
                  <a:pt x="1001" y="1"/>
                </a:moveTo>
                <a:cubicBezTo>
                  <a:pt x="1568" y="1"/>
                  <a:pt x="2035" y="468"/>
                  <a:pt x="2035" y="1035"/>
                </a:cubicBezTo>
                <a:lnTo>
                  <a:pt x="2035" y="1002"/>
                </a:lnTo>
                <a:cubicBezTo>
                  <a:pt x="2035" y="435"/>
                  <a:pt x="1568" y="1"/>
                  <a:pt x="1001" y="1"/>
                </a:cubicBezTo>
                <a:close/>
              </a:path>
            </a:pathLst>
          </a:custGeom>
          <a:solidFill>
            <a:srgbClr val="84F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27"/>
          <p:cNvSpPr/>
          <p:nvPr/>
        </p:nvSpPr>
        <p:spPr>
          <a:xfrm>
            <a:off x="7710453" y="1688198"/>
            <a:ext cx="707599" cy="16650"/>
          </a:xfrm>
          <a:custGeom>
            <a:avLst/>
            <a:gdLst/>
            <a:ahLst/>
            <a:cxnLst/>
            <a:rect l="l" t="t" r="r" b="b"/>
            <a:pathLst>
              <a:path w="26987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5"/>
                  <a:pt x="334" y="635"/>
                </a:cubicBezTo>
                <a:lnTo>
                  <a:pt x="26686" y="635"/>
                </a:lnTo>
                <a:cubicBezTo>
                  <a:pt x="26853" y="635"/>
                  <a:pt x="26987" y="501"/>
                  <a:pt x="26987" y="301"/>
                </a:cubicBezTo>
                <a:cubicBezTo>
                  <a:pt x="26987" y="134"/>
                  <a:pt x="26853" y="1"/>
                  <a:pt x="2668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7"/>
          <p:cNvSpPr/>
          <p:nvPr/>
        </p:nvSpPr>
        <p:spPr>
          <a:xfrm>
            <a:off x="8461758" y="1688198"/>
            <a:ext cx="68251" cy="16650"/>
          </a:xfrm>
          <a:custGeom>
            <a:avLst/>
            <a:gdLst/>
            <a:ahLst/>
            <a:cxnLst/>
            <a:rect l="l" t="t" r="r" b="b"/>
            <a:pathLst>
              <a:path w="2603" h="635" extrusionOk="0">
                <a:moveTo>
                  <a:pt x="301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5"/>
                  <a:pt x="301" y="635"/>
                </a:cubicBezTo>
                <a:lnTo>
                  <a:pt x="2269" y="635"/>
                </a:lnTo>
                <a:cubicBezTo>
                  <a:pt x="2436" y="635"/>
                  <a:pt x="2602" y="501"/>
                  <a:pt x="2602" y="301"/>
                </a:cubicBezTo>
                <a:cubicBezTo>
                  <a:pt x="2602" y="134"/>
                  <a:pt x="2436" y="1"/>
                  <a:pt x="2269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7"/>
          <p:cNvSpPr/>
          <p:nvPr/>
        </p:nvSpPr>
        <p:spPr>
          <a:xfrm>
            <a:off x="8556228" y="1688198"/>
            <a:ext cx="55114" cy="16650"/>
          </a:xfrm>
          <a:custGeom>
            <a:avLst/>
            <a:gdLst/>
            <a:ahLst/>
            <a:cxnLst/>
            <a:rect l="l" t="t" r="r" b="b"/>
            <a:pathLst>
              <a:path w="2102" h="635" extrusionOk="0">
                <a:moveTo>
                  <a:pt x="300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5"/>
                  <a:pt x="300" y="635"/>
                </a:cubicBezTo>
                <a:lnTo>
                  <a:pt x="1768" y="635"/>
                </a:lnTo>
                <a:cubicBezTo>
                  <a:pt x="1968" y="635"/>
                  <a:pt x="2102" y="501"/>
                  <a:pt x="2102" y="301"/>
                </a:cubicBezTo>
                <a:cubicBezTo>
                  <a:pt x="2102" y="134"/>
                  <a:pt x="1968" y="1"/>
                  <a:pt x="1768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7"/>
          <p:cNvSpPr/>
          <p:nvPr/>
        </p:nvSpPr>
        <p:spPr>
          <a:xfrm>
            <a:off x="7710453" y="1766045"/>
            <a:ext cx="404994" cy="16650"/>
          </a:xfrm>
          <a:custGeom>
            <a:avLst/>
            <a:gdLst/>
            <a:ahLst/>
            <a:cxnLst/>
            <a:rect l="l" t="t" r="r" b="b"/>
            <a:pathLst>
              <a:path w="15446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15112" y="634"/>
                </a:lnTo>
                <a:cubicBezTo>
                  <a:pt x="15312" y="634"/>
                  <a:pt x="15445" y="501"/>
                  <a:pt x="15445" y="334"/>
                </a:cubicBezTo>
                <a:cubicBezTo>
                  <a:pt x="15445" y="134"/>
                  <a:pt x="15312" y="1"/>
                  <a:pt x="15112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7"/>
          <p:cNvSpPr/>
          <p:nvPr/>
        </p:nvSpPr>
        <p:spPr>
          <a:xfrm>
            <a:off x="8122394" y="1766045"/>
            <a:ext cx="127744" cy="16650"/>
          </a:xfrm>
          <a:custGeom>
            <a:avLst/>
            <a:gdLst/>
            <a:ahLst/>
            <a:cxnLst/>
            <a:rect l="l" t="t" r="r" b="b"/>
            <a:pathLst>
              <a:path w="4872" h="635" extrusionOk="0">
                <a:moveTo>
                  <a:pt x="301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01" y="634"/>
                </a:cubicBezTo>
                <a:lnTo>
                  <a:pt x="4571" y="634"/>
                </a:lnTo>
                <a:cubicBezTo>
                  <a:pt x="4738" y="634"/>
                  <a:pt x="4871" y="501"/>
                  <a:pt x="4871" y="334"/>
                </a:cubicBezTo>
                <a:cubicBezTo>
                  <a:pt x="4871" y="134"/>
                  <a:pt x="4738" y="1"/>
                  <a:pt x="4571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7"/>
          <p:cNvSpPr/>
          <p:nvPr/>
        </p:nvSpPr>
        <p:spPr>
          <a:xfrm>
            <a:off x="8164398" y="1810645"/>
            <a:ext cx="85739" cy="17515"/>
          </a:xfrm>
          <a:custGeom>
            <a:avLst/>
            <a:gdLst/>
            <a:ahLst/>
            <a:cxnLst/>
            <a:rect l="l" t="t" r="r" b="b"/>
            <a:pathLst>
              <a:path w="3270" h="668" extrusionOk="0">
                <a:moveTo>
                  <a:pt x="334" y="1"/>
                </a:moveTo>
                <a:cubicBezTo>
                  <a:pt x="134" y="1"/>
                  <a:pt x="0" y="168"/>
                  <a:pt x="0" y="334"/>
                </a:cubicBezTo>
                <a:cubicBezTo>
                  <a:pt x="0" y="535"/>
                  <a:pt x="134" y="668"/>
                  <a:pt x="334" y="668"/>
                </a:cubicBezTo>
                <a:lnTo>
                  <a:pt x="2969" y="668"/>
                </a:lnTo>
                <a:cubicBezTo>
                  <a:pt x="3136" y="668"/>
                  <a:pt x="3269" y="501"/>
                  <a:pt x="3269" y="334"/>
                </a:cubicBezTo>
                <a:cubicBezTo>
                  <a:pt x="3269" y="168"/>
                  <a:pt x="3136" y="1"/>
                  <a:pt x="2969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7"/>
          <p:cNvSpPr/>
          <p:nvPr/>
        </p:nvSpPr>
        <p:spPr>
          <a:xfrm>
            <a:off x="8122394" y="1810645"/>
            <a:ext cx="25407" cy="17515"/>
          </a:xfrm>
          <a:custGeom>
            <a:avLst/>
            <a:gdLst/>
            <a:ahLst/>
            <a:cxnLst/>
            <a:rect l="l" t="t" r="r" b="b"/>
            <a:pathLst>
              <a:path w="969" h="668" extrusionOk="0">
                <a:moveTo>
                  <a:pt x="335" y="1"/>
                </a:moveTo>
                <a:cubicBezTo>
                  <a:pt x="168" y="1"/>
                  <a:pt x="1" y="168"/>
                  <a:pt x="1" y="334"/>
                </a:cubicBezTo>
                <a:cubicBezTo>
                  <a:pt x="1" y="535"/>
                  <a:pt x="168" y="668"/>
                  <a:pt x="335" y="668"/>
                </a:cubicBezTo>
                <a:lnTo>
                  <a:pt x="635" y="668"/>
                </a:lnTo>
                <a:cubicBezTo>
                  <a:pt x="802" y="668"/>
                  <a:pt x="968" y="501"/>
                  <a:pt x="968" y="334"/>
                </a:cubicBezTo>
                <a:cubicBezTo>
                  <a:pt x="968" y="168"/>
                  <a:pt x="835" y="1"/>
                  <a:pt x="635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7"/>
          <p:cNvSpPr/>
          <p:nvPr/>
        </p:nvSpPr>
        <p:spPr>
          <a:xfrm>
            <a:off x="8021814" y="1810645"/>
            <a:ext cx="77008" cy="17515"/>
          </a:xfrm>
          <a:custGeom>
            <a:avLst/>
            <a:gdLst/>
            <a:ahLst/>
            <a:cxnLst/>
            <a:rect l="l" t="t" r="r" b="b"/>
            <a:pathLst>
              <a:path w="2937" h="668" extrusionOk="0">
                <a:moveTo>
                  <a:pt x="301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01" y="668"/>
                </a:cubicBezTo>
                <a:lnTo>
                  <a:pt x="2636" y="668"/>
                </a:lnTo>
                <a:cubicBezTo>
                  <a:pt x="2803" y="668"/>
                  <a:pt x="2936" y="501"/>
                  <a:pt x="2936" y="334"/>
                </a:cubicBezTo>
                <a:cubicBezTo>
                  <a:pt x="2936" y="168"/>
                  <a:pt x="2803" y="1"/>
                  <a:pt x="2636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7"/>
          <p:cNvSpPr/>
          <p:nvPr/>
        </p:nvSpPr>
        <p:spPr>
          <a:xfrm>
            <a:off x="7912503" y="1810645"/>
            <a:ext cx="77873" cy="17515"/>
          </a:xfrm>
          <a:custGeom>
            <a:avLst/>
            <a:gdLst/>
            <a:ahLst/>
            <a:cxnLst/>
            <a:rect l="l" t="t" r="r" b="b"/>
            <a:pathLst>
              <a:path w="2970" h="668" extrusionOk="0">
                <a:moveTo>
                  <a:pt x="300" y="1"/>
                </a:moveTo>
                <a:cubicBezTo>
                  <a:pt x="134" y="1"/>
                  <a:pt x="0" y="168"/>
                  <a:pt x="0" y="334"/>
                </a:cubicBezTo>
                <a:cubicBezTo>
                  <a:pt x="0" y="535"/>
                  <a:pt x="134" y="668"/>
                  <a:pt x="300" y="668"/>
                </a:cubicBezTo>
                <a:lnTo>
                  <a:pt x="2635" y="668"/>
                </a:lnTo>
                <a:cubicBezTo>
                  <a:pt x="2802" y="668"/>
                  <a:pt x="2969" y="501"/>
                  <a:pt x="2936" y="334"/>
                </a:cubicBezTo>
                <a:cubicBezTo>
                  <a:pt x="2936" y="168"/>
                  <a:pt x="2802" y="1"/>
                  <a:pt x="2635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7"/>
          <p:cNvSpPr/>
          <p:nvPr/>
        </p:nvSpPr>
        <p:spPr>
          <a:xfrm>
            <a:off x="7803166" y="1810645"/>
            <a:ext cx="77873" cy="17515"/>
          </a:xfrm>
          <a:custGeom>
            <a:avLst/>
            <a:gdLst/>
            <a:ahLst/>
            <a:cxnLst/>
            <a:rect l="l" t="t" r="r" b="b"/>
            <a:pathLst>
              <a:path w="2970" h="668" extrusionOk="0">
                <a:moveTo>
                  <a:pt x="301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01" y="668"/>
                </a:cubicBezTo>
                <a:lnTo>
                  <a:pt x="2636" y="668"/>
                </a:lnTo>
                <a:cubicBezTo>
                  <a:pt x="2803" y="668"/>
                  <a:pt x="2969" y="501"/>
                  <a:pt x="2969" y="334"/>
                </a:cubicBezTo>
                <a:cubicBezTo>
                  <a:pt x="2969" y="168"/>
                  <a:pt x="2803" y="1"/>
                  <a:pt x="2636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7"/>
          <p:cNvSpPr/>
          <p:nvPr/>
        </p:nvSpPr>
        <p:spPr>
          <a:xfrm>
            <a:off x="7803166" y="1865759"/>
            <a:ext cx="656863" cy="16650"/>
          </a:xfrm>
          <a:custGeom>
            <a:avLst/>
            <a:gdLst/>
            <a:ahLst/>
            <a:cxnLst/>
            <a:rect l="l" t="t" r="r" b="b"/>
            <a:pathLst>
              <a:path w="25052" h="635" extrusionOk="0">
                <a:moveTo>
                  <a:pt x="301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34"/>
                  <a:pt x="301" y="634"/>
                </a:cubicBezTo>
                <a:lnTo>
                  <a:pt x="24718" y="634"/>
                </a:lnTo>
                <a:cubicBezTo>
                  <a:pt x="24885" y="634"/>
                  <a:pt x="25052" y="501"/>
                  <a:pt x="25018" y="334"/>
                </a:cubicBezTo>
                <a:cubicBezTo>
                  <a:pt x="25018" y="134"/>
                  <a:pt x="24885" y="0"/>
                  <a:pt x="2471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7"/>
          <p:cNvSpPr/>
          <p:nvPr/>
        </p:nvSpPr>
        <p:spPr>
          <a:xfrm>
            <a:off x="7710453" y="1810645"/>
            <a:ext cx="39382" cy="17515"/>
          </a:xfrm>
          <a:custGeom>
            <a:avLst/>
            <a:gdLst/>
            <a:ahLst/>
            <a:cxnLst/>
            <a:rect l="l" t="t" r="r" b="b"/>
            <a:pathLst>
              <a:path w="1502" h="668" extrusionOk="0">
                <a:moveTo>
                  <a:pt x="334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34" y="668"/>
                </a:cubicBezTo>
                <a:lnTo>
                  <a:pt x="1168" y="668"/>
                </a:lnTo>
                <a:cubicBezTo>
                  <a:pt x="1335" y="668"/>
                  <a:pt x="1502" y="501"/>
                  <a:pt x="1468" y="334"/>
                </a:cubicBezTo>
                <a:cubicBezTo>
                  <a:pt x="1468" y="168"/>
                  <a:pt x="1335" y="1"/>
                  <a:pt x="1168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27"/>
          <p:cNvSpPr/>
          <p:nvPr/>
        </p:nvSpPr>
        <p:spPr>
          <a:xfrm>
            <a:off x="7710453" y="1865759"/>
            <a:ext cx="39382" cy="16650"/>
          </a:xfrm>
          <a:custGeom>
            <a:avLst/>
            <a:gdLst/>
            <a:ahLst/>
            <a:cxnLst/>
            <a:rect l="l" t="t" r="r" b="b"/>
            <a:pathLst>
              <a:path w="1502" h="635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1168" y="634"/>
                </a:lnTo>
                <a:cubicBezTo>
                  <a:pt x="1335" y="634"/>
                  <a:pt x="1502" y="501"/>
                  <a:pt x="1468" y="334"/>
                </a:cubicBezTo>
                <a:cubicBezTo>
                  <a:pt x="1468" y="134"/>
                  <a:pt x="1335" y="0"/>
                  <a:pt x="11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7"/>
          <p:cNvSpPr/>
          <p:nvPr/>
        </p:nvSpPr>
        <p:spPr>
          <a:xfrm>
            <a:off x="7710453" y="1919982"/>
            <a:ext cx="39382" cy="17515"/>
          </a:xfrm>
          <a:custGeom>
            <a:avLst/>
            <a:gdLst/>
            <a:ahLst/>
            <a:cxnLst/>
            <a:rect l="l" t="t" r="r" b="b"/>
            <a:pathLst>
              <a:path w="1502" h="668" extrusionOk="0">
                <a:moveTo>
                  <a:pt x="334" y="1"/>
                </a:moveTo>
                <a:cubicBezTo>
                  <a:pt x="134" y="1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168" y="668"/>
                </a:lnTo>
                <a:cubicBezTo>
                  <a:pt x="1335" y="668"/>
                  <a:pt x="1502" y="501"/>
                  <a:pt x="1468" y="334"/>
                </a:cubicBezTo>
                <a:cubicBezTo>
                  <a:pt x="1468" y="167"/>
                  <a:pt x="1335" y="1"/>
                  <a:pt x="1168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7"/>
          <p:cNvSpPr/>
          <p:nvPr/>
        </p:nvSpPr>
        <p:spPr>
          <a:xfrm>
            <a:off x="7710453" y="1975097"/>
            <a:ext cx="39382" cy="16623"/>
          </a:xfrm>
          <a:custGeom>
            <a:avLst/>
            <a:gdLst/>
            <a:ahLst/>
            <a:cxnLst/>
            <a:rect l="l" t="t" r="r" b="b"/>
            <a:pathLst>
              <a:path w="1502" h="634" extrusionOk="0">
                <a:moveTo>
                  <a:pt x="334" y="0"/>
                </a:moveTo>
                <a:cubicBezTo>
                  <a:pt x="134" y="0"/>
                  <a:pt x="1" y="133"/>
                  <a:pt x="1" y="300"/>
                </a:cubicBezTo>
                <a:cubicBezTo>
                  <a:pt x="1" y="500"/>
                  <a:pt x="134" y="634"/>
                  <a:pt x="334" y="634"/>
                </a:cubicBezTo>
                <a:lnTo>
                  <a:pt x="1168" y="634"/>
                </a:lnTo>
                <a:cubicBezTo>
                  <a:pt x="1335" y="634"/>
                  <a:pt x="1502" y="500"/>
                  <a:pt x="1468" y="300"/>
                </a:cubicBezTo>
                <a:cubicBezTo>
                  <a:pt x="1468" y="133"/>
                  <a:pt x="1335" y="0"/>
                  <a:pt x="11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7"/>
          <p:cNvSpPr/>
          <p:nvPr/>
        </p:nvSpPr>
        <p:spPr>
          <a:xfrm>
            <a:off x="8500249" y="1865759"/>
            <a:ext cx="96227" cy="16650"/>
          </a:xfrm>
          <a:custGeom>
            <a:avLst/>
            <a:gdLst/>
            <a:ahLst/>
            <a:cxnLst/>
            <a:rect l="l" t="t" r="r" b="b"/>
            <a:pathLst>
              <a:path w="3670" h="635" extrusionOk="0">
                <a:moveTo>
                  <a:pt x="300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1"/>
                  <a:pt x="134" y="634"/>
                  <a:pt x="300" y="634"/>
                </a:cubicBezTo>
                <a:lnTo>
                  <a:pt x="3336" y="634"/>
                </a:lnTo>
                <a:cubicBezTo>
                  <a:pt x="3503" y="634"/>
                  <a:pt x="3670" y="501"/>
                  <a:pt x="3670" y="334"/>
                </a:cubicBezTo>
                <a:cubicBezTo>
                  <a:pt x="3670" y="134"/>
                  <a:pt x="3536" y="0"/>
                  <a:pt x="33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7"/>
          <p:cNvSpPr/>
          <p:nvPr/>
        </p:nvSpPr>
        <p:spPr>
          <a:xfrm>
            <a:off x="7800544" y="1919982"/>
            <a:ext cx="277276" cy="17515"/>
          </a:xfrm>
          <a:custGeom>
            <a:avLst/>
            <a:gdLst/>
            <a:ahLst/>
            <a:cxnLst/>
            <a:rect l="l" t="t" r="r" b="b"/>
            <a:pathLst>
              <a:path w="10575" h="668" extrusionOk="0">
                <a:moveTo>
                  <a:pt x="334" y="1"/>
                </a:moveTo>
                <a:cubicBezTo>
                  <a:pt x="134" y="1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0275" y="668"/>
                </a:lnTo>
                <a:cubicBezTo>
                  <a:pt x="10441" y="668"/>
                  <a:pt x="10575" y="501"/>
                  <a:pt x="10575" y="334"/>
                </a:cubicBezTo>
                <a:cubicBezTo>
                  <a:pt x="10575" y="167"/>
                  <a:pt x="10441" y="1"/>
                  <a:pt x="1027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7"/>
          <p:cNvSpPr/>
          <p:nvPr/>
        </p:nvSpPr>
        <p:spPr>
          <a:xfrm>
            <a:off x="8164398" y="2087921"/>
            <a:ext cx="314011" cy="17515"/>
          </a:xfrm>
          <a:custGeom>
            <a:avLst/>
            <a:gdLst/>
            <a:ahLst/>
            <a:cxnLst/>
            <a:rect l="l" t="t" r="r" b="b"/>
            <a:pathLst>
              <a:path w="11976" h="668" extrusionOk="0">
                <a:moveTo>
                  <a:pt x="300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0"/>
                  <a:pt x="134" y="667"/>
                  <a:pt x="300" y="667"/>
                </a:cubicBezTo>
                <a:lnTo>
                  <a:pt x="11642" y="667"/>
                </a:lnTo>
                <a:cubicBezTo>
                  <a:pt x="11842" y="667"/>
                  <a:pt x="11975" y="500"/>
                  <a:pt x="11975" y="334"/>
                </a:cubicBezTo>
                <a:cubicBezTo>
                  <a:pt x="11975" y="134"/>
                  <a:pt x="11842" y="0"/>
                  <a:pt x="1164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7"/>
          <p:cNvSpPr/>
          <p:nvPr/>
        </p:nvSpPr>
        <p:spPr>
          <a:xfrm>
            <a:off x="8245732" y="2031941"/>
            <a:ext cx="232676" cy="17515"/>
          </a:xfrm>
          <a:custGeom>
            <a:avLst/>
            <a:gdLst/>
            <a:ahLst/>
            <a:cxnLst/>
            <a:rect l="l" t="t" r="r" b="b"/>
            <a:pathLst>
              <a:path w="8874" h="668" extrusionOk="0">
                <a:moveTo>
                  <a:pt x="334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1"/>
                  <a:pt x="134" y="667"/>
                  <a:pt x="334" y="667"/>
                </a:cubicBezTo>
                <a:lnTo>
                  <a:pt x="8540" y="667"/>
                </a:lnTo>
                <a:cubicBezTo>
                  <a:pt x="8740" y="667"/>
                  <a:pt x="8873" y="501"/>
                  <a:pt x="8873" y="334"/>
                </a:cubicBezTo>
                <a:cubicBezTo>
                  <a:pt x="8873" y="134"/>
                  <a:pt x="8740" y="0"/>
                  <a:pt x="854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7"/>
          <p:cNvSpPr/>
          <p:nvPr/>
        </p:nvSpPr>
        <p:spPr>
          <a:xfrm>
            <a:off x="8376045" y="1975097"/>
            <a:ext cx="102363" cy="16623"/>
          </a:xfrm>
          <a:custGeom>
            <a:avLst/>
            <a:gdLst/>
            <a:ahLst/>
            <a:cxnLst/>
            <a:rect l="l" t="t" r="r" b="b"/>
            <a:pathLst>
              <a:path w="3904" h="634" extrusionOk="0">
                <a:moveTo>
                  <a:pt x="301" y="0"/>
                </a:moveTo>
                <a:cubicBezTo>
                  <a:pt x="134" y="0"/>
                  <a:pt x="1" y="133"/>
                  <a:pt x="1" y="300"/>
                </a:cubicBezTo>
                <a:cubicBezTo>
                  <a:pt x="1" y="500"/>
                  <a:pt x="134" y="634"/>
                  <a:pt x="301" y="634"/>
                </a:cubicBezTo>
                <a:lnTo>
                  <a:pt x="3570" y="634"/>
                </a:lnTo>
                <a:cubicBezTo>
                  <a:pt x="3770" y="634"/>
                  <a:pt x="3903" y="500"/>
                  <a:pt x="3903" y="300"/>
                </a:cubicBezTo>
                <a:cubicBezTo>
                  <a:pt x="3903" y="133"/>
                  <a:pt x="3770" y="0"/>
                  <a:pt x="357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7"/>
          <p:cNvSpPr/>
          <p:nvPr/>
        </p:nvSpPr>
        <p:spPr>
          <a:xfrm>
            <a:off x="7710453" y="1612108"/>
            <a:ext cx="328012" cy="16650"/>
          </a:xfrm>
          <a:custGeom>
            <a:avLst/>
            <a:gdLst/>
            <a:ahLst/>
            <a:cxnLst/>
            <a:rect l="l" t="t" r="r" b="b"/>
            <a:pathLst>
              <a:path w="12510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5"/>
                  <a:pt x="334" y="635"/>
                </a:cubicBezTo>
                <a:lnTo>
                  <a:pt x="12176" y="635"/>
                </a:lnTo>
                <a:cubicBezTo>
                  <a:pt x="12376" y="635"/>
                  <a:pt x="12510" y="501"/>
                  <a:pt x="12510" y="334"/>
                </a:cubicBezTo>
                <a:cubicBezTo>
                  <a:pt x="12510" y="134"/>
                  <a:pt x="12376" y="1"/>
                  <a:pt x="1217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7"/>
          <p:cNvSpPr/>
          <p:nvPr/>
        </p:nvSpPr>
        <p:spPr>
          <a:xfrm>
            <a:off x="7710453" y="2220856"/>
            <a:ext cx="530064" cy="17515"/>
          </a:xfrm>
          <a:custGeom>
            <a:avLst/>
            <a:gdLst/>
            <a:ahLst/>
            <a:cxnLst/>
            <a:rect l="l" t="t" r="r" b="b"/>
            <a:pathLst>
              <a:path w="20216" h="668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215" y="501"/>
                  <a:pt x="20182" y="334"/>
                </a:cubicBezTo>
                <a:cubicBezTo>
                  <a:pt x="20182" y="134"/>
                  <a:pt x="20048" y="0"/>
                  <a:pt x="198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7"/>
          <p:cNvSpPr/>
          <p:nvPr/>
        </p:nvSpPr>
        <p:spPr>
          <a:xfrm>
            <a:off x="7710453" y="2288189"/>
            <a:ext cx="530064" cy="17541"/>
          </a:xfrm>
          <a:custGeom>
            <a:avLst/>
            <a:gdLst/>
            <a:ahLst/>
            <a:cxnLst/>
            <a:rect l="l" t="t" r="r" b="b"/>
            <a:pathLst>
              <a:path w="20216" h="669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215" y="501"/>
                  <a:pt x="20182" y="334"/>
                </a:cubicBezTo>
                <a:cubicBezTo>
                  <a:pt x="20182" y="134"/>
                  <a:pt x="20048" y="1"/>
                  <a:pt x="198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7"/>
          <p:cNvSpPr/>
          <p:nvPr/>
        </p:nvSpPr>
        <p:spPr>
          <a:xfrm>
            <a:off x="7710453" y="2355548"/>
            <a:ext cx="529172" cy="17515"/>
          </a:xfrm>
          <a:custGeom>
            <a:avLst/>
            <a:gdLst/>
            <a:ahLst/>
            <a:cxnLst/>
            <a:rect l="l" t="t" r="r" b="b"/>
            <a:pathLst>
              <a:path w="20182" h="668" extrusionOk="0">
                <a:moveTo>
                  <a:pt x="334" y="0"/>
                </a:moveTo>
                <a:cubicBezTo>
                  <a:pt x="134" y="0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182" y="501"/>
                  <a:pt x="20182" y="334"/>
                </a:cubicBezTo>
                <a:cubicBezTo>
                  <a:pt x="20182" y="167"/>
                  <a:pt x="20048" y="0"/>
                  <a:pt x="198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7"/>
          <p:cNvSpPr/>
          <p:nvPr/>
        </p:nvSpPr>
        <p:spPr>
          <a:xfrm>
            <a:off x="7710453" y="2757866"/>
            <a:ext cx="529172" cy="16650"/>
          </a:xfrm>
          <a:custGeom>
            <a:avLst/>
            <a:gdLst/>
            <a:ahLst/>
            <a:cxnLst/>
            <a:rect l="l" t="t" r="r" b="b"/>
            <a:pathLst>
              <a:path w="20182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5"/>
                  <a:pt x="334" y="635"/>
                </a:cubicBezTo>
                <a:lnTo>
                  <a:pt x="19882" y="635"/>
                </a:lnTo>
                <a:cubicBezTo>
                  <a:pt x="20048" y="635"/>
                  <a:pt x="20182" y="501"/>
                  <a:pt x="20182" y="334"/>
                </a:cubicBezTo>
                <a:cubicBezTo>
                  <a:pt x="20182" y="134"/>
                  <a:pt x="20048" y="1"/>
                  <a:pt x="198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7"/>
          <p:cNvSpPr/>
          <p:nvPr/>
        </p:nvSpPr>
        <p:spPr>
          <a:xfrm>
            <a:off x="8192375" y="2143009"/>
            <a:ext cx="157451" cy="16650"/>
          </a:xfrm>
          <a:custGeom>
            <a:avLst/>
            <a:gdLst/>
            <a:ahLst/>
            <a:cxnLst/>
            <a:rect l="l" t="t" r="r" b="b"/>
            <a:pathLst>
              <a:path w="6005" h="635" extrusionOk="0">
                <a:moveTo>
                  <a:pt x="334" y="1"/>
                </a:moveTo>
                <a:cubicBezTo>
                  <a:pt x="167" y="1"/>
                  <a:pt x="1" y="134"/>
                  <a:pt x="1" y="334"/>
                </a:cubicBezTo>
                <a:cubicBezTo>
                  <a:pt x="1" y="501"/>
                  <a:pt x="167" y="634"/>
                  <a:pt x="334" y="634"/>
                </a:cubicBezTo>
                <a:lnTo>
                  <a:pt x="5671" y="634"/>
                </a:lnTo>
                <a:cubicBezTo>
                  <a:pt x="5838" y="634"/>
                  <a:pt x="6005" y="501"/>
                  <a:pt x="6005" y="334"/>
                </a:cubicBezTo>
                <a:cubicBezTo>
                  <a:pt x="6005" y="134"/>
                  <a:pt x="5838" y="1"/>
                  <a:pt x="5671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7"/>
          <p:cNvSpPr/>
          <p:nvPr/>
        </p:nvSpPr>
        <p:spPr>
          <a:xfrm>
            <a:off x="8401400" y="2143009"/>
            <a:ext cx="209944" cy="16650"/>
          </a:xfrm>
          <a:custGeom>
            <a:avLst/>
            <a:gdLst/>
            <a:ahLst/>
            <a:cxnLst/>
            <a:rect l="l" t="t" r="r" b="b"/>
            <a:pathLst>
              <a:path w="8007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7673" y="634"/>
                </a:lnTo>
                <a:cubicBezTo>
                  <a:pt x="7873" y="634"/>
                  <a:pt x="8007" y="501"/>
                  <a:pt x="8007" y="334"/>
                </a:cubicBezTo>
                <a:cubicBezTo>
                  <a:pt x="8007" y="134"/>
                  <a:pt x="7873" y="1"/>
                  <a:pt x="7673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7"/>
          <p:cNvSpPr/>
          <p:nvPr/>
        </p:nvSpPr>
        <p:spPr>
          <a:xfrm>
            <a:off x="8401400" y="2220856"/>
            <a:ext cx="209944" cy="17515"/>
          </a:xfrm>
          <a:custGeom>
            <a:avLst/>
            <a:gdLst/>
            <a:ahLst/>
            <a:cxnLst/>
            <a:rect l="l" t="t" r="r" b="b"/>
            <a:pathLst>
              <a:path w="8007" h="668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7673" y="668"/>
                </a:lnTo>
                <a:cubicBezTo>
                  <a:pt x="7873" y="668"/>
                  <a:pt x="8007" y="501"/>
                  <a:pt x="8007" y="334"/>
                </a:cubicBezTo>
                <a:cubicBezTo>
                  <a:pt x="8007" y="134"/>
                  <a:pt x="7873" y="0"/>
                  <a:pt x="7673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7"/>
          <p:cNvSpPr/>
          <p:nvPr/>
        </p:nvSpPr>
        <p:spPr>
          <a:xfrm>
            <a:off x="7710453" y="2860202"/>
            <a:ext cx="80495" cy="1665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70" y="501"/>
                  <a:pt x="3070" y="301"/>
                </a:cubicBezTo>
                <a:cubicBezTo>
                  <a:pt x="3070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7"/>
          <p:cNvSpPr/>
          <p:nvPr/>
        </p:nvSpPr>
        <p:spPr>
          <a:xfrm>
            <a:off x="7710453" y="2910938"/>
            <a:ext cx="80495" cy="17515"/>
          </a:xfrm>
          <a:custGeom>
            <a:avLst/>
            <a:gdLst/>
            <a:ahLst/>
            <a:cxnLst/>
            <a:rect l="l" t="t" r="r" b="b"/>
            <a:pathLst>
              <a:path w="3070" h="668" extrusionOk="0">
                <a:moveTo>
                  <a:pt x="334" y="0"/>
                </a:moveTo>
                <a:cubicBezTo>
                  <a:pt x="134" y="0"/>
                  <a:pt x="1" y="167"/>
                  <a:pt x="1" y="334"/>
                </a:cubicBezTo>
                <a:cubicBezTo>
                  <a:pt x="1" y="501"/>
                  <a:pt x="134" y="667"/>
                  <a:pt x="334" y="667"/>
                </a:cubicBezTo>
                <a:lnTo>
                  <a:pt x="2736" y="667"/>
                </a:lnTo>
                <a:cubicBezTo>
                  <a:pt x="2903" y="667"/>
                  <a:pt x="3070" y="501"/>
                  <a:pt x="3070" y="334"/>
                </a:cubicBezTo>
                <a:cubicBezTo>
                  <a:pt x="3070" y="167"/>
                  <a:pt x="2903" y="0"/>
                  <a:pt x="2736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7"/>
          <p:cNvSpPr/>
          <p:nvPr/>
        </p:nvSpPr>
        <p:spPr>
          <a:xfrm>
            <a:off x="7811924" y="2910938"/>
            <a:ext cx="492438" cy="17515"/>
          </a:xfrm>
          <a:custGeom>
            <a:avLst/>
            <a:gdLst/>
            <a:ahLst/>
            <a:cxnLst/>
            <a:rect l="l" t="t" r="r" b="b"/>
            <a:pathLst>
              <a:path w="18781" h="668" extrusionOk="0">
                <a:moveTo>
                  <a:pt x="300" y="0"/>
                </a:moveTo>
                <a:cubicBezTo>
                  <a:pt x="134" y="0"/>
                  <a:pt x="0" y="167"/>
                  <a:pt x="0" y="334"/>
                </a:cubicBezTo>
                <a:cubicBezTo>
                  <a:pt x="0" y="501"/>
                  <a:pt x="134" y="667"/>
                  <a:pt x="300" y="667"/>
                </a:cubicBezTo>
                <a:lnTo>
                  <a:pt x="18447" y="667"/>
                </a:lnTo>
                <a:cubicBezTo>
                  <a:pt x="18647" y="667"/>
                  <a:pt x="18780" y="501"/>
                  <a:pt x="18780" y="334"/>
                </a:cubicBezTo>
                <a:cubicBezTo>
                  <a:pt x="18780" y="167"/>
                  <a:pt x="18647" y="0"/>
                  <a:pt x="18447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27"/>
          <p:cNvSpPr/>
          <p:nvPr/>
        </p:nvSpPr>
        <p:spPr>
          <a:xfrm>
            <a:off x="7834656" y="2860202"/>
            <a:ext cx="79604" cy="16650"/>
          </a:xfrm>
          <a:custGeom>
            <a:avLst/>
            <a:gdLst/>
            <a:ahLst/>
            <a:cxnLst/>
            <a:rect l="l" t="t" r="r" b="b"/>
            <a:pathLst>
              <a:path w="3036" h="635" extrusionOk="0">
                <a:moveTo>
                  <a:pt x="301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1" y="634"/>
                </a:cubicBezTo>
                <a:lnTo>
                  <a:pt x="2736" y="634"/>
                </a:lnTo>
                <a:cubicBezTo>
                  <a:pt x="2903" y="634"/>
                  <a:pt x="3036" y="501"/>
                  <a:pt x="3036" y="301"/>
                </a:cubicBezTo>
                <a:cubicBezTo>
                  <a:pt x="3036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7"/>
          <p:cNvSpPr/>
          <p:nvPr/>
        </p:nvSpPr>
        <p:spPr>
          <a:xfrm>
            <a:off x="7957969" y="2860202"/>
            <a:ext cx="80495" cy="1665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68" y="1"/>
                  <a:pt x="1" y="134"/>
                  <a:pt x="1" y="301"/>
                </a:cubicBezTo>
                <a:cubicBezTo>
                  <a:pt x="1" y="501"/>
                  <a:pt x="168" y="634"/>
                  <a:pt x="334" y="634"/>
                </a:cubicBezTo>
                <a:lnTo>
                  <a:pt x="2736" y="634"/>
                </a:lnTo>
                <a:cubicBezTo>
                  <a:pt x="2936" y="634"/>
                  <a:pt x="3070" y="501"/>
                  <a:pt x="3070" y="301"/>
                </a:cubicBezTo>
                <a:cubicBezTo>
                  <a:pt x="3070" y="134"/>
                  <a:pt x="2936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27"/>
          <p:cNvSpPr/>
          <p:nvPr/>
        </p:nvSpPr>
        <p:spPr>
          <a:xfrm>
            <a:off x="8082172" y="2860202"/>
            <a:ext cx="79630" cy="16650"/>
          </a:xfrm>
          <a:custGeom>
            <a:avLst/>
            <a:gdLst/>
            <a:ahLst/>
            <a:cxnLst/>
            <a:rect l="l" t="t" r="r" b="b"/>
            <a:pathLst>
              <a:path w="3037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36" y="501"/>
                  <a:pt x="3036" y="301"/>
                </a:cubicBezTo>
                <a:cubicBezTo>
                  <a:pt x="3036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7"/>
          <p:cNvSpPr/>
          <p:nvPr/>
        </p:nvSpPr>
        <p:spPr>
          <a:xfrm>
            <a:off x="8206376" y="2860202"/>
            <a:ext cx="79604" cy="16650"/>
          </a:xfrm>
          <a:custGeom>
            <a:avLst/>
            <a:gdLst/>
            <a:ahLst/>
            <a:cxnLst/>
            <a:rect l="l" t="t" r="r" b="b"/>
            <a:pathLst>
              <a:path w="3036" h="635" extrusionOk="0">
                <a:moveTo>
                  <a:pt x="300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0" y="634"/>
                </a:cubicBezTo>
                <a:lnTo>
                  <a:pt x="2702" y="634"/>
                </a:lnTo>
                <a:cubicBezTo>
                  <a:pt x="2902" y="634"/>
                  <a:pt x="3036" y="501"/>
                  <a:pt x="3036" y="301"/>
                </a:cubicBezTo>
                <a:cubicBezTo>
                  <a:pt x="3036" y="134"/>
                  <a:pt x="2902" y="1"/>
                  <a:pt x="2702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7"/>
          <p:cNvSpPr/>
          <p:nvPr/>
        </p:nvSpPr>
        <p:spPr>
          <a:xfrm>
            <a:off x="8329688" y="2860202"/>
            <a:ext cx="80495" cy="1665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69" y="501"/>
                  <a:pt x="3069" y="301"/>
                </a:cubicBezTo>
                <a:cubicBezTo>
                  <a:pt x="3069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7"/>
          <p:cNvSpPr/>
          <p:nvPr/>
        </p:nvSpPr>
        <p:spPr>
          <a:xfrm>
            <a:off x="8453892" y="2860202"/>
            <a:ext cx="54249" cy="16650"/>
          </a:xfrm>
          <a:custGeom>
            <a:avLst/>
            <a:gdLst/>
            <a:ahLst/>
            <a:cxnLst/>
            <a:rect l="l" t="t" r="r" b="b"/>
            <a:pathLst>
              <a:path w="2069" h="635" extrusionOk="0">
                <a:moveTo>
                  <a:pt x="301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1" y="634"/>
                </a:cubicBezTo>
                <a:lnTo>
                  <a:pt x="1768" y="634"/>
                </a:lnTo>
                <a:cubicBezTo>
                  <a:pt x="1935" y="634"/>
                  <a:pt x="2068" y="501"/>
                  <a:pt x="2068" y="301"/>
                </a:cubicBezTo>
                <a:cubicBezTo>
                  <a:pt x="2068" y="134"/>
                  <a:pt x="1935" y="1"/>
                  <a:pt x="1768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7"/>
          <p:cNvSpPr/>
          <p:nvPr/>
        </p:nvSpPr>
        <p:spPr>
          <a:xfrm>
            <a:off x="8287710" y="826690"/>
            <a:ext cx="856293" cy="784581"/>
          </a:xfrm>
          <a:custGeom>
            <a:avLst/>
            <a:gdLst/>
            <a:ahLst/>
            <a:cxnLst/>
            <a:rect l="l" t="t" r="r" b="b"/>
            <a:pathLst>
              <a:path w="32658" h="29923" extrusionOk="0">
                <a:moveTo>
                  <a:pt x="1335" y="1"/>
                </a:moveTo>
                <a:cubicBezTo>
                  <a:pt x="601" y="1"/>
                  <a:pt x="0" y="601"/>
                  <a:pt x="0" y="1302"/>
                </a:cubicBezTo>
                <a:lnTo>
                  <a:pt x="0" y="28621"/>
                </a:lnTo>
                <a:cubicBezTo>
                  <a:pt x="0" y="29355"/>
                  <a:pt x="601" y="29922"/>
                  <a:pt x="1335" y="29922"/>
                </a:cubicBezTo>
                <a:lnTo>
                  <a:pt x="31356" y="29922"/>
                </a:lnTo>
                <a:cubicBezTo>
                  <a:pt x="32090" y="29922"/>
                  <a:pt x="32657" y="29355"/>
                  <a:pt x="32657" y="28621"/>
                </a:cubicBezTo>
                <a:lnTo>
                  <a:pt x="32657" y="1302"/>
                </a:lnTo>
                <a:cubicBezTo>
                  <a:pt x="32657" y="601"/>
                  <a:pt x="32090" y="1"/>
                  <a:pt x="31356" y="1"/>
                </a:cubicBezTo>
                <a:close/>
              </a:path>
            </a:pathLst>
          </a:custGeom>
          <a:solidFill>
            <a:srgbClr val="B8B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27"/>
          <p:cNvSpPr/>
          <p:nvPr/>
        </p:nvSpPr>
        <p:spPr>
          <a:xfrm>
            <a:off x="8287710" y="819716"/>
            <a:ext cx="856293" cy="39382"/>
          </a:xfrm>
          <a:custGeom>
            <a:avLst/>
            <a:gdLst/>
            <a:ahLst/>
            <a:cxnLst/>
            <a:rect l="l" t="t" r="r" b="b"/>
            <a:pathLst>
              <a:path w="32658" h="1502" extrusionOk="0">
                <a:moveTo>
                  <a:pt x="1268" y="0"/>
                </a:moveTo>
                <a:cubicBezTo>
                  <a:pt x="568" y="0"/>
                  <a:pt x="0" y="567"/>
                  <a:pt x="0" y="1234"/>
                </a:cubicBezTo>
                <a:lnTo>
                  <a:pt x="0" y="1501"/>
                </a:lnTo>
                <a:cubicBezTo>
                  <a:pt x="0" y="834"/>
                  <a:pt x="568" y="267"/>
                  <a:pt x="1268" y="267"/>
                </a:cubicBezTo>
                <a:lnTo>
                  <a:pt x="31423" y="267"/>
                </a:lnTo>
                <a:cubicBezTo>
                  <a:pt x="32123" y="267"/>
                  <a:pt x="32657" y="834"/>
                  <a:pt x="32657" y="1501"/>
                </a:cubicBezTo>
                <a:lnTo>
                  <a:pt x="32657" y="1234"/>
                </a:lnTo>
                <a:cubicBezTo>
                  <a:pt x="32657" y="567"/>
                  <a:pt x="32123" y="0"/>
                  <a:pt x="31423" y="0"/>
                </a:cubicBezTo>
                <a:close/>
              </a:path>
            </a:pathLst>
          </a:custGeom>
          <a:solidFill>
            <a:srgbClr val="00A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7"/>
          <p:cNvSpPr/>
          <p:nvPr/>
        </p:nvSpPr>
        <p:spPr>
          <a:xfrm>
            <a:off x="8287710" y="826690"/>
            <a:ext cx="856293" cy="120743"/>
          </a:xfrm>
          <a:custGeom>
            <a:avLst/>
            <a:gdLst/>
            <a:ahLst/>
            <a:cxnLst/>
            <a:rect l="l" t="t" r="r" b="b"/>
            <a:pathLst>
              <a:path w="32658" h="4605" extrusionOk="0">
                <a:moveTo>
                  <a:pt x="1268" y="1"/>
                </a:moveTo>
                <a:cubicBezTo>
                  <a:pt x="568" y="1"/>
                  <a:pt x="0" y="568"/>
                  <a:pt x="0" y="1235"/>
                </a:cubicBezTo>
                <a:lnTo>
                  <a:pt x="0" y="4604"/>
                </a:lnTo>
                <a:lnTo>
                  <a:pt x="32657" y="4604"/>
                </a:lnTo>
                <a:lnTo>
                  <a:pt x="32657" y="1235"/>
                </a:lnTo>
                <a:cubicBezTo>
                  <a:pt x="32657" y="568"/>
                  <a:pt x="32123" y="1"/>
                  <a:pt x="31423" y="1"/>
                </a:cubicBezTo>
                <a:close/>
              </a:path>
            </a:pathLst>
          </a:custGeom>
          <a:solidFill>
            <a:srgbClr val="469A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27"/>
          <p:cNvSpPr/>
          <p:nvPr/>
        </p:nvSpPr>
        <p:spPr>
          <a:xfrm>
            <a:off x="8334932" y="983249"/>
            <a:ext cx="765336" cy="588665"/>
          </a:xfrm>
          <a:custGeom>
            <a:avLst/>
            <a:gdLst/>
            <a:ahLst/>
            <a:cxnLst/>
            <a:rect l="l" t="t" r="r" b="b"/>
            <a:pathLst>
              <a:path w="29189" h="22451" extrusionOk="0">
                <a:moveTo>
                  <a:pt x="28188" y="22450"/>
                </a:moveTo>
                <a:lnTo>
                  <a:pt x="1001" y="22450"/>
                </a:lnTo>
                <a:cubicBezTo>
                  <a:pt x="434" y="22450"/>
                  <a:pt x="1" y="22017"/>
                  <a:pt x="1" y="21450"/>
                </a:cubicBezTo>
                <a:lnTo>
                  <a:pt x="1" y="1002"/>
                </a:lnTo>
                <a:cubicBezTo>
                  <a:pt x="1" y="468"/>
                  <a:pt x="434" y="1"/>
                  <a:pt x="1001" y="1"/>
                </a:cubicBezTo>
                <a:lnTo>
                  <a:pt x="28188" y="1"/>
                </a:lnTo>
                <a:cubicBezTo>
                  <a:pt x="28755" y="1"/>
                  <a:pt x="29188" y="468"/>
                  <a:pt x="29188" y="1002"/>
                </a:cubicBezTo>
                <a:lnTo>
                  <a:pt x="29188" y="21450"/>
                </a:lnTo>
                <a:cubicBezTo>
                  <a:pt x="29188" y="22017"/>
                  <a:pt x="28755" y="22450"/>
                  <a:pt x="28188" y="22450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7"/>
          <p:cNvSpPr/>
          <p:nvPr/>
        </p:nvSpPr>
        <p:spPr>
          <a:xfrm>
            <a:off x="8371666" y="1116211"/>
            <a:ext cx="544039" cy="13136"/>
          </a:xfrm>
          <a:custGeom>
            <a:avLst/>
            <a:gdLst/>
            <a:ahLst/>
            <a:cxnLst/>
            <a:rect l="l" t="t" r="r" b="b"/>
            <a:pathLst>
              <a:path w="20749" h="501" extrusionOk="0">
                <a:moveTo>
                  <a:pt x="234" y="0"/>
                </a:moveTo>
                <a:cubicBezTo>
                  <a:pt x="101" y="0"/>
                  <a:pt x="1" y="134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20482" y="501"/>
                </a:lnTo>
                <a:cubicBezTo>
                  <a:pt x="20615" y="501"/>
                  <a:pt x="20749" y="401"/>
                  <a:pt x="20716" y="267"/>
                </a:cubicBezTo>
                <a:cubicBezTo>
                  <a:pt x="20716" y="134"/>
                  <a:pt x="20615" y="0"/>
                  <a:pt x="20482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7"/>
          <p:cNvSpPr/>
          <p:nvPr/>
        </p:nvSpPr>
        <p:spPr>
          <a:xfrm>
            <a:off x="8948924" y="1116211"/>
            <a:ext cx="52492" cy="13136"/>
          </a:xfrm>
          <a:custGeom>
            <a:avLst/>
            <a:gdLst/>
            <a:ahLst/>
            <a:cxnLst/>
            <a:rect l="l" t="t" r="r" b="b"/>
            <a:pathLst>
              <a:path w="2002" h="501" extrusionOk="0">
                <a:moveTo>
                  <a:pt x="234" y="0"/>
                </a:moveTo>
                <a:cubicBezTo>
                  <a:pt x="101" y="0"/>
                  <a:pt x="0" y="134"/>
                  <a:pt x="0" y="267"/>
                </a:cubicBezTo>
                <a:cubicBezTo>
                  <a:pt x="0" y="401"/>
                  <a:pt x="101" y="501"/>
                  <a:pt x="234" y="501"/>
                </a:cubicBezTo>
                <a:lnTo>
                  <a:pt x="1735" y="501"/>
                </a:lnTo>
                <a:cubicBezTo>
                  <a:pt x="1868" y="501"/>
                  <a:pt x="2002" y="401"/>
                  <a:pt x="2002" y="267"/>
                </a:cubicBezTo>
                <a:cubicBezTo>
                  <a:pt x="2002" y="134"/>
                  <a:pt x="1868" y="0"/>
                  <a:pt x="173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27"/>
          <p:cNvSpPr/>
          <p:nvPr/>
        </p:nvSpPr>
        <p:spPr>
          <a:xfrm>
            <a:off x="9021527" y="1116211"/>
            <a:ext cx="42004" cy="13136"/>
          </a:xfrm>
          <a:custGeom>
            <a:avLst/>
            <a:gdLst/>
            <a:ahLst/>
            <a:cxnLst/>
            <a:rect l="l" t="t" r="r" b="b"/>
            <a:pathLst>
              <a:path w="1602" h="501" extrusionOk="0">
                <a:moveTo>
                  <a:pt x="234" y="0"/>
                </a:moveTo>
                <a:cubicBezTo>
                  <a:pt x="100" y="0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1368" y="501"/>
                </a:lnTo>
                <a:cubicBezTo>
                  <a:pt x="1501" y="501"/>
                  <a:pt x="1601" y="401"/>
                  <a:pt x="1601" y="267"/>
                </a:cubicBezTo>
                <a:cubicBezTo>
                  <a:pt x="1601" y="134"/>
                  <a:pt x="1501" y="0"/>
                  <a:pt x="1368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27"/>
          <p:cNvSpPr/>
          <p:nvPr/>
        </p:nvSpPr>
        <p:spPr>
          <a:xfrm>
            <a:off x="8371666" y="1176543"/>
            <a:ext cx="311389" cy="13162"/>
          </a:xfrm>
          <a:custGeom>
            <a:avLst/>
            <a:gdLst/>
            <a:ahLst/>
            <a:cxnLst/>
            <a:rect l="l" t="t" r="r" b="b"/>
            <a:pathLst>
              <a:path w="11876" h="502" extrusionOk="0">
                <a:moveTo>
                  <a:pt x="234" y="1"/>
                </a:moveTo>
                <a:cubicBezTo>
                  <a:pt x="101" y="1"/>
                  <a:pt x="1" y="134"/>
                  <a:pt x="1" y="268"/>
                </a:cubicBezTo>
                <a:cubicBezTo>
                  <a:pt x="1" y="401"/>
                  <a:pt x="101" y="501"/>
                  <a:pt x="234" y="501"/>
                </a:cubicBezTo>
                <a:lnTo>
                  <a:pt x="11609" y="501"/>
                </a:lnTo>
                <a:cubicBezTo>
                  <a:pt x="11742" y="501"/>
                  <a:pt x="11876" y="401"/>
                  <a:pt x="11876" y="268"/>
                </a:cubicBezTo>
                <a:cubicBezTo>
                  <a:pt x="11876" y="134"/>
                  <a:pt x="11742" y="1"/>
                  <a:pt x="11609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27"/>
          <p:cNvSpPr/>
          <p:nvPr/>
        </p:nvSpPr>
        <p:spPr>
          <a:xfrm>
            <a:off x="8687406" y="1176543"/>
            <a:ext cx="98876" cy="13162"/>
          </a:xfrm>
          <a:custGeom>
            <a:avLst/>
            <a:gdLst/>
            <a:ahLst/>
            <a:cxnLst/>
            <a:rect l="l" t="t" r="r" b="b"/>
            <a:pathLst>
              <a:path w="3771" h="502" extrusionOk="0">
                <a:moveTo>
                  <a:pt x="268" y="1"/>
                </a:moveTo>
                <a:cubicBezTo>
                  <a:pt x="134" y="1"/>
                  <a:pt x="1" y="134"/>
                  <a:pt x="1" y="268"/>
                </a:cubicBezTo>
                <a:cubicBezTo>
                  <a:pt x="1" y="401"/>
                  <a:pt x="134" y="501"/>
                  <a:pt x="268" y="501"/>
                </a:cubicBezTo>
                <a:lnTo>
                  <a:pt x="3537" y="501"/>
                </a:lnTo>
                <a:cubicBezTo>
                  <a:pt x="3670" y="501"/>
                  <a:pt x="3770" y="401"/>
                  <a:pt x="3770" y="268"/>
                </a:cubicBezTo>
                <a:cubicBezTo>
                  <a:pt x="3770" y="134"/>
                  <a:pt x="3670" y="1"/>
                  <a:pt x="3537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27"/>
          <p:cNvSpPr/>
          <p:nvPr/>
        </p:nvSpPr>
        <p:spPr>
          <a:xfrm>
            <a:off x="8720653" y="1211546"/>
            <a:ext cx="65629" cy="12271"/>
          </a:xfrm>
          <a:custGeom>
            <a:avLst/>
            <a:gdLst/>
            <a:ahLst/>
            <a:cxnLst/>
            <a:rect l="l" t="t" r="r" b="b"/>
            <a:pathLst>
              <a:path w="2503" h="468" extrusionOk="0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2269" y="467"/>
                </a:lnTo>
                <a:cubicBezTo>
                  <a:pt x="2402" y="467"/>
                  <a:pt x="2502" y="367"/>
                  <a:pt x="2502" y="234"/>
                </a:cubicBezTo>
                <a:cubicBezTo>
                  <a:pt x="2502" y="100"/>
                  <a:pt x="2402" y="0"/>
                  <a:pt x="2269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27"/>
          <p:cNvSpPr/>
          <p:nvPr/>
        </p:nvSpPr>
        <p:spPr>
          <a:xfrm>
            <a:off x="8688298" y="1211546"/>
            <a:ext cx="19245" cy="12271"/>
          </a:xfrm>
          <a:custGeom>
            <a:avLst/>
            <a:gdLst/>
            <a:ahLst/>
            <a:cxnLst/>
            <a:rect l="l" t="t" r="r" b="b"/>
            <a:pathLst>
              <a:path w="734" h="468" extrusionOk="0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467" y="467"/>
                </a:lnTo>
                <a:cubicBezTo>
                  <a:pt x="600" y="467"/>
                  <a:pt x="734" y="367"/>
                  <a:pt x="734" y="234"/>
                </a:cubicBezTo>
                <a:cubicBezTo>
                  <a:pt x="734" y="100"/>
                  <a:pt x="600" y="0"/>
                  <a:pt x="467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27"/>
          <p:cNvSpPr/>
          <p:nvPr/>
        </p:nvSpPr>
        <p:spPr>
          <a:xfrm>
            <a:off x="8610451" y="1211546"/>
            <a:ext cx="59493" cy="12271"/>
          </a:xfrm>
          <a:custGeom>
            <a:avLst/>
            <a:gdLst/>
            <a:ahLst/>
            <a:cxnLst/>
            <a:rect l="l" t="t" r="r" b="b"/>
            <a:pathLst>
              <a:path w="2269" h="468" extrusionOk="0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2035" y="467"/>
                </a:lnTo>
                <a:cubicBezTo>
                  <a:pt x="2168" y="467"/>
                  <a:pt x="2269" y="367"/>
                  <a:pt x="2269" y="234"/>
                </a:cubicBezTo>
                <a:cubicBezTo>
                  <a:pt x="2269" y="100"/>
                  <a:pt x="2168" y="0"/>
                  <a:pt x="2035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27"/>
          <p:cNvSpPr/>
          <p:nvPr/>
        </p:nvSpPr>
        <p:spPr>
          <a:xfrm>
            <a:off x="8526469" y="1211546"/>
            <a:ext cx="59519" cy="12271"/>
          </a:xfrm>
          <a:custGeom>
            <a:avLst/>
            <a:gdLst/>
            <a:ahLst/>
            <a:cxnLst/>
            <a:rect l="l" t="t" r="r" b="b"/>
            <a:pathLst>
              <a:path w="2270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2036" y="467"/>
                </a:lnTo>
                <a:cubicBezTo>
                  <a:pt x="2169" y="467"/>
                  <a:pt x="2269" y="367"/>
                  <a:pt x="2269" y="234"/>
                </a:cubicBezTo>
                <a:cubicBezTo>
                  <a:pt x="2269" y="100"/>
                  <a:pt x="2169" y="0"/>
                  <a:pt x="2036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7"/>
          <p:cNvSpPr/>
          <p:nvPr/>
        </p:nvSpPr>
        <p:spPr>
          <a:xfrm>
            <a:off x="8442513" y="1211546"/>
            <a:ext cx="59493" cy="12271"/>
          </a:xfrm>
          <a:custGeom>
            <a:avLst/>
            <a:gdLst/>
            <a:ahLst/>
            <a:cxnLst/>
            <a:rect l="l" t="t" r="r" b="b"/>
            <a:pathLst>
              <a:path w="2269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2035" y="467"/>
                </a:lnTo>
                <a:cubicBezTo>
                  <a:pt x="2169" y="467"/>
                  <a:pt x="2269" y="367"/>
                  <a:pt x="2269" y="234"/>
                </a:cubicBezTo>
                <a:cubicBezTo>
                  <a:pt x="2269" y="100"/>
                  <a:pt x="2169" y="0"/>
                  <a:pt x="2035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27"/>
          <p:cNvSpPr/>
          <p:nvPr/>
        </p:nvSpPr>
        <p:spPr>
          <a:xfrm>
            <a:off x="8442513" y="1253524"/>
            <a:ext cx="504683" cy="12271"/>
          </a:xfrm>
          <a:custGeom>
            <a:avLst/>
            <a:gdLst/>
            <a:ahLst/>
            <a:cxnLst/>
            <a:rect l="l" t="t" r="r" b="b"/>
            <a:pathLst>
              <a:path w="19248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19014" y="467"/>
                </a:lnTo>
                <a:cubicBezTo>
                  <a:pt x="19148" y="467"/>
                  <a:pt x="19248" y="367"/>
                  <a:pt x="19248" y="234"/>
                </a:cubicBezTo>
                <a:cubicBezTo>
                  <a:pt x="19248" y="100"/>
                  <a:pt x="19148" y="0"/>
                  <a:pt x="1901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27"/>
          <p:cNvSpPr/>
          <p:nvPr/>
        </p:nvSpPr>
        <p:spPr>
          <a:xfrm>
            <a:off x="8371666" y="1211546"/>
            <a:ext cx="29760" cy="12271"/>
          </a:xfrm>
          <a:custGeom>
            <a:avLst/>
            <a:gdLst/>
            <a:ahLst/>
            <a:cxnLst/>
            <a:rect l="l" t="t" r="r" b="b"/>
            <a:pathLst>
              <a:path w="1135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0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7"/>
          <p:cNvSpPr/>
          <p:nvPr/>
        </p:nvSpPr>
        <p:spPr>
          <a:xfrm>
            <a:off x="8371666" y="1253524"/>
            <a:ext cx="29760" cy="12271"/>
          </a:xfrm>
          <a:custGeom>
            <a:avLst/>
            <a:gdLst/>
            <a:ahLst/>
            <a:cxnLst/>
            <a:rect l="l" t="t" r="r" b="b"/>
            <a:pathLst>
              <a:path w="1135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0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7"/>
          <p:cNvSpPr/>
          <p:nvPr/>
        </p:nvSpPr>
        <p:spPr>
          <a:xfrm>
            <a:off x="8371666" y="1295502"/>
            <a:ext cx="29760" cy="12271"/>
          </a:xfrm>
          <a:custGeom>
            <a:avLst/>
            <a:gdLst/>
            <a:ahLst/>
            <a:cxnLst/>
            <a:rect l="l" t="t" r="r" b="b"/>
            <a:pathLst>
              <a:path w="1135" h="468" extrusionOk="0">
                <a:moveTo>
                  <a:pt x="234" y="0"/>
                </a:moveTo>
                <a:cubicBezTo>
                  <a:pt x="101" y="0"/>
                  <a:pt x="1" y="101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1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7"/>
          <p:cNvSpPr/>
          <p:nvPr/>
        </p:nvSpPr>
        <p:spPr>
          <a:xfrm>
            <a:off x="8977792" y="1253524"/>
            <a:ext cx="74360" cy="12271"/>
          </a:xfrm>
          <a:custGeom>
            <a:avLst/>
            <a:gdLst/>
            <a:ahLst/>
            <a:cxnLst/>
            <a:rect l="l" t="t" r="r" b="b"/>
            <a:pathLst>
              <a:path w="2836" h="468" extrusionOk="0">
                <a:moveTo>
                  <a:pt x="267" y="0"/>
                </a:moveTo>
                <a:cubicBezTo>
                  <a:pt x="134" y="0"/>
                  <a:pt x="0" y="100"/>
                  <a:pt x="0" y="234"/>
                </a:cubicBezTo>
                <a:cubicBezTo>
                  <a:pt x="0" y="367"/>
                  <a:pt x="134" y="467"/>
                  <a:pt x="267" y="467"/>
                </a:cubicBezTo>
                <a:lnTo>
                  <a:pt x="2602" y="467"/>
                </a:lnTo>
                <a:cubicBezTo>
                  <a:pt x="2736" y="467"/>
                  <a:pt x="2836" y="367"/>
                  <a:pt x="2836" y="234"/>
                </a:cubicBezTo>
                <a:cubicBezTo>
                  <a:pt x="2836" y="100"/>
                  <a:pt x="2736" y="0"/>
                  <a:pt x="26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27"/>
          <p:cNvSpPr/>
          <p:nvPr/>
        </p:nvSpPr>
        <p:spPr>
          <a:xfrm>
            <a:off x="8440756" y="1295502"/>
            <a:ext cx="213457" cy="12271"/>
          </a:xfrm>
          <a:custGeom>
            <a:avLst/>
            <a:gdLst/>
            <a:ahLst/>
            <a:cxnLst/>
            <a:rect l="l" t="t" r="r" b="b"/>
            <a:pathLst>
              <a:path w="8141" h="468" extrusionOk="0">
                <a:moveTo>
                  <a:pt x="234" y="0"/>
                </a:moveTo>
                <a:cubicBezTo>
                  <a:pt x="101" y="0"/>
                  <a:pt x="1" y="101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7873" y="467"/>
                </a:lnTo>
                <a:cubicBezTo>
                  <a:pt x="8007" y="467"/>
                  <a:pt x="8140" y="367"/>
                  <a:pt x="8140" y="234"/>
                </a:cubicBezTo>
                <a:cubicBezTo>
                  <a:pt x="8140" y="101"/>
                  <a:pt x="8007" y="0"/>
                  <a:pt x="78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7"/>
          <p:cNvSpPr/>
          <p:nvPr/>
        </p:nvSpPr>
        <p:spPr>
          <a:xfrm>
            <a:off x="8720653" y="1349725"/>
            <a:ext cx="240542" cy="13136"/>
          </a:xfrm>
          <a:custGeom>
            <a:avLst/>
            <a:gdLst/>
            <a:ahLst/>
            <a:cxnLst/>
            <a:rect l="l" t="t" r="r" b="b"/>
            <a:pathLst>
              <a:path w="9174" h="501" extrusionOk="0">
                <a:moveTo>
                  <a:pt x="234" y="1"/>
                </a:moveTo>
                <a:cubicBezTo>
                  <a:pt x="100" y="1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8940" y="501"/>
                </a:lnTo>
                <a:cubicBezTo>
                  <a:pt x="9073" y="501"/>
                  <a:pt x="9173" y="401"/>
                  <a:pt x="9173" y="267"/>
                </a:cubicBezTo>
                <a:cubicBezTo>
                  <a:pt x="9173" y="134"/>
                  <a:pt x="9073" y="1"/>
                  <a:pt x="89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7"/>
          <p:cNvSpPr/>
          <p:nvPr/>
        </p:nvSpPr>
        <p:spPr>
          <a:xfrm>
            <a:off x="8882456" y="1320857"/>
            <a:ext cx="78739" cy="13162"/>
          </a:xfrm>
          <a:custGeom>
            <a:avLst/>
            <a:gdLst/>
            <a:ahLst/>
            <a:cxnLst/>
            <a:rect l="l" t="t" r="r" b="b"/>
            <a:pathLst>
              <a:path w="3003" h="502" extrusionOk="0">
                <a:moveTo>
                  <a:pt x="267" y="1"/>
                </a:moveTo>
                <a:cubicBezTo>
                  <a:pt x="134" y="1"/>
                  <a:pt x="0" y="101"/>
                  <a:pt x="0" y="268"/>
                </a:cubicBezTo>
                <a:cubicBezTo>
                  <a:pt x="0" y="401"/>
                  <a:pt x="134" y="501"/>
                  <a:pt x="267" y="501"/>
                </a:cubicBezTo>
                <a:lnTo>
                  <a:pt x="2769" y="501"/>
                </a:lnTo>
                <a:cubicBezTo>
                  <a:pt x="2902" y="501"/>
                  <a:pt x="3002" y="401"/>
                  <a:pt x="3002" y="268"/>
                </a:cubicBezTo>
                <a:cubicBezTo>
                  <a:pt x="3002" y="101"/>
                  <a:pt x="2902" y="1"/>
                  <a:pt x="27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7"/>
          <p:cNvSpPr/>
          <p:nvPr/>
        </p:nvSpPr>
        <p:spPr>
          <a:xfrm>
            <a:off x="8371666" y="1058474"/>
            <a:ext cx="251922" cy="13162"/>
          </a:xfrm>
          <a:custGeom>
            <a:avLst/>
            <a:gdLst/>
            <a:ahLst/>
            <a:cxnLst/>
            <a:rect l="l" t="t" r="r" b="b"/>
            <a:pathLst>
              <a:path w="9608" h="502" extrusionOk="0">
                <a:moveTo>
                  <a:pt x="234" y="1"/>
                </a:moveTo>
                <a:cubicBezTo>
                  <a:pt x="101" y="1"/>
                  <a:pt x="1" y="101"/>
                  <a:pt x="1" y="234"/>
                </a:cubicBezTo>
                <a:cubicBezTo>
                  <a:pt x="1" y="368"/>
                  <a:pt x="101" y="501"/>
                  <a:pt x="234" y="501"/>
                </a:cubicBezTo>
                <a:lnTo>
                  <a:pt x="9341" y="501"/>
                </a:lnTo>
                <a:cubicBezTo>
                  <a:pt x="9474" y="501"/>
                  <a:pt x="9608" y="368"/>
                  <a:pt x="9608" y="234"/>
                </a:cubicBezTo>
                <a:cubicBezTo>
                  <a:pt x="9608" y="101"/>
                  <a:pt x="9474" y="1"/>
                  <a:pt x="93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7"/>
          <p:cNvSpPr/>
          <p:nvPr/>
        </p:nvSpPr>
        <p:spPr>
          <a:xfrm>
            <a:off x="8371666" y="1467793"/>
            <a:ext cx="406725" cy="12271"/>
          </a:xfrm>
          <a:custGeom>
            <a:avLst/>
            <a:gdLst/>
            <a:ahLst/>
            <a:cxnLst/>
            <a:rect l="l" t="t" r="r" b="b"/>
            <a:pathLst>
              <a:path w="15512" h="468" extrusionOk="0">
                <a:moveTo>
                  <a:pt x="234" y="1"/>
                </a:moveTo>
                <a:cubicBezTo>
                  <a:pt x="101" y="1"/>
                  <a:pt x="1" y="101"/>
                  <a:pt x="1" y="234"/>
                </a:cubicBezTo>
                <a:cubicBezTo>
                  <a:pt x="1" y="368"/>
                  <a:pt x="101" y="468"/>
                  <a:pt x="234" y="468"/>
                </a:cubicBezTo>
                <a:lnTo>
                  <a:pt x="15278" y="468"/>
                </a:lnTo>
                <a:cubicBezTo>
                  <a:pt x="15412" y="468"/>
                  <a:pt x="15512" y="368"/>
                  <a:pt x="15512" y="234"/>
                </a:cubicBezTo>
                <a:cubicBezTo>
                  <a:pt x="15512" y="101"/>
                  <a:pt x="15412" y="1"/>
                  <a:pt x="1527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27"/>
          <p:cNvSpPr/>
          <p:nvPr/>
        </p:nvSpPr>
        <p:spPr>
          <a:xfrm>
            <a:off x="8741629" y="1392595"/>
            <a:ext cx="120743" cy="12271"/>
          </a:xfrm>
          <a:custGeom>
            <a:avLst/>
            <a:gdLst/>
            <a:ahLst/>
            <a:cxnLst/>
            <a:rect l="l" t="t" r="r" b="b"/>
            <a:pathLst>
              <a:path w="4605" h="468" extrusionOk="0">
                <a:moveTo>
                  <a:pt x="268" y="0"/>
                </a:moveTo>
                <a:cubicBezTo>
                  <a:pt x="134" y="0"/>
                  <a:pt x="1" y="100"/>
                  <a:pt x="1" y="234"/>
                </a:cubicBezTo>
                <a:cubicBezTo>
                  <a:pt x="1" y="367"/>
                  <a:pt x="134" y="467"/>
                  <a:pt x="268" y="467"/>
                </a:cubicBezTo>
                <a:lnTo>
                  <a:pt x="4371" y="467"/>
                </a:lnTo>
                <a:cubicBezTo>
                  <a:pt x="4504" y="467"/>
                  <a:pt x="4604" y="367"/>
                  <a:pt x="4604" y="234"/>
                </a:cubicBezTo>
                <a:cubicBezTo>
                  <a:pt x="4604" y="100"/>
                  <a:pt x="4504" y="0"/>
                  <a:pt x="4371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27"/>
          <p:cNvSpPr/>
          <p:nvPr/>
        </p:nvSpPr>
        <p:spPr>
          <a:xfrm>
            <a:off x="8902567" y="1392595"/>
            <a:ext cx="160965" cy="12271"/>
          </a:xfrm>
          <a:custGeom>
            <a:avLst/>
            <a:gdLst/>
            <a:ahLst/>
            <a:cxnLst/>
            <a:rect l="l" t="t" r="r" b="b"/>
            <a:pathLst>
              <a:path w="6139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5905" y="467"/>
                </a:lnTo>
                <a:cubicBezTo>
                  <a:pt x="6038" y="467"/>
                  <a:pt x="6138" y="367"/>
                  <a:pt x="6138" y="234"/>
                </a:cubicBezTo>
                <a:cubicBezTo>
                  <a:pt x="6138" y="100"/>
                  <a:pt x="6038" y="0"/>
                  <a:pt x="590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27"/>
          <p:cNvSpPr/>
          <p:nvPr/>
        </p:nvSpPr>
        <p:spPr>
          <a:xfrm>
            <a:off x="8902567" y="1452062"/>
            <a:ext cx="160965" cy="13136"/>
          </a:xfrm>
          <a:custGeom>
            <a:avLst/>
            <a:gdLst/>
            <a:ahLst/>
            <a:cxnLst/>
            <a:rect l="l" t="t" r="r" b="b"/>
            <a:pathLst>
              <a:path w="6139" h="501" extrusionOk="0">
                <a:moveTo>
                  <a:pt x="234" y="0"/>
                </a:moveTo>
                <a:cubicBezTo>
                  <a:pt x="101" y="0"/>
                  <a:pt x="1" y="134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5905" y="501"/>
                </a:lnTo>
                <a:cubicBezTo>
                  <a:pt x="6038" y="501"/>
                  <a:pt x="6138" y="401"/>
                  <a:pt x="6138" y="267"/>
                </a:cubicBezTo>
                <a:cubicBezTo>
                  <a:pt x="6138" y="134"/>
                  <a:pt x="6038" y="0"/>
                  <a:pt x="590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7"/>
          <p:cNvSpPr/>
          <p:nvPr/>
        </p:nvSpPr>
        <p:spPr>
          <a:xfrm>
            <a:off x="8371666" y="1508906"/>
            <a:ext cx="61250" cy="13136"/>
          </a:xfrm>
          <a:custGeom>
            <a:avLst/>
            <a:gdLst/>
            <a:ahLst/>
            <a:cxnLst/>
            <a:rect l="l" t="t" r="r" b="b"/>
            <a:pathLst>
              <a:path w="2336" h="501" extrusionOk="0">
                <a:moveTo>
                  <a:pt x="234" y="1"/>
                </a:moveTo>
                <a:cubicBezTo>
                  <a:pt x="101" y="1"/>
                  <a:pt x="1" y="101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2102" y="501"/>
                </a:lnTo>
                <a:cubicBezTo>
                  <a:pt x="2236" y="501"/>
                  <a:pt x="2336" y="401"/>
                  <a:pt x="2336" y="267"/>
                </a:cubicBezTo>
                <a:cubicBezTo>
                  <a:pt x="2336" y="101"/>
                  <a:pt x="2236" y="1"/>
                  <a:pt x="2102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7"/>
          <p:cNvSpPr/>
          <p:nvPr/>
        </p:nvSpPr>
        <p:spPr>
          <a:xfrm>
            <a:off x="8448648" y="1508906"/>
            <a:ext cx="378722" cy="13136"/>
          </a:xfrm>
          <a:custGeom>
            <a:avLst/>
            <a:gdLst/>
            <a:ahLst/>
            <a:cxnLst/>
            <a:rect l="l" t="t" r="r" b="b"/>
            <a:pathLst>
              <a:path w="14444" h="501" extrusionOk="0">
                <a:moveTo>
                  <a:pt x="267" y="1"/>
                </a:moveTo>
                <a:cubicBezTo>
                  <a:pt x="134" y="1"/>
                  <a:pt x="0" y="101"/>
                  <a:pt x="0" y="267"/>
                </a:cubicBezTo>
                <a:cubicBezTo>
                  <a:pt x="0" y="401"/>
                  <a:pt x="134" y="501"/>
                  <a:pt x="267" y="501"/>
                </a:cubicBezTo>
                <a:lnTo>
                  <a:pt x="14210" y="501"/>
                </a:lnTo>
                <a:cubicBezTo>
                  <a:pt x="14344" y="501"/>
                  <a:pt x="14444" y="401"/>
                  <a:pt x="14444" y="267"/>
                </a:cubicBezTo>
                <a:cubicBezTo>
                  <a:pt x="14444" y="101"/>
                  <a:pt x="14344" y="1"/>
                  <a:pt x="14210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3F6EB1-1A78-4380-8C65-BDCB356C4B63}"/>
              </a:ext>
            </a:extLst>
          </p:cNvPr>
          <p:cNvSpPr txBox="1"/>
          <p:nvPr/>
        </p:nvSpPr>
        <p:spPr>
          <a:xfrm>
            <a:off x="226942" y="264215"/>
            <a:ext cx="3735457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 i="1" dirty="0">
                <a:solidFill>
                  <a:schemeClr val="bg1"/>
                </a:solidFill>
              </a:rPr>
              <a:t>TEAM – </a:t>
            </a:r>
            <a:r>
              <a:rPr lang="en-US" sz="3000" b="1" i="1" dirty="0" err="1">
                <a:solidFill>
                  <a:schemeClr val="bg1"/>
                </a:solidFill>
              </a:rPr>
              <a:t>BiCREW</a:t>
            </a:r>
            <a:endParaRPr lang="en-US" sz="3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87505" y="1270234"/>
            <a:ext cx="786204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egoe UI" panose="020B0502040204020203" pitchFamily="34" charset="0"/>
              </a:rPr>
              <a:t>Sentiment Analysis is the process of classifying whether a block of text is positive, negative, or, neutral </a:t>
            </a:r>
            <a:r>
              <a:rPr lang="en-US" sz="2000" dirty="0">
                <a:solidFill>
                  <a:schemeClr val="bg1"/>
                </a:solidFill>
              </a:rPr>
              <a:t>from Vader Lexicon and we tried calculate the score of each sentiments</a:t>
            </a:r>
            <a:endParaRPr lang="en-IN" sz="2000" dirty="0">
              <a:solidFill>
                <a:schemeClr val="bg1"/>
              </a:solidFill>
            </a:endParaRPr>
          </a:p>
          <a:p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72400" y="692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dirty="0">
                <a:solidFill>
                  <a:srgbClr val="DFAFF3"/>
                </a:solidFill>
              </a:rPr>
              <a:t>What is Sentiment Analysis ?</a:t>
            </a:r>
          </a:p>
        </p:txBody>
      </p:sp>
      <p:pic>
        <p:nvPicPr>
          <p:cNvPr id="3" name="Picture 4" descr="Diagram&#10;&#10;Description automatically generated">
            <a:extLst>
              <a:ext uri="{FF2B5EF4-FFF2-40B4-BE49-F238E27FC236}">
                <a16:creationId xmlns:a16="http://schemas.microsoft.com/office/drawing/2014/main" id="{B4EDD372-86FB-5865-7717-D3E6975F7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315" y="2385874"/>
            <a:ext cx="4921369" cy="237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3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0F7DC7-658B-BDF5-D542-0398A0C4FA36}"/>
              </a:ext>
            </a:extLst>
          </p:cNvPr>
          <p:cNvSpPr/>
          <p:nvPr/>
        </p:nvSpPr>
        <p:spPr>
          <a:xfrm>
            <a:off x="718519" y="1188943"/>
            <a:ext cx="7609872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latin typeface="-apple-system"/>
              </a:rPr>
              <a:t>VADER (Valence Aware Dictionary and </a:t>
            </a:r>
            <a:r>
              <a:rPr lang="en-US" sz="1800" dirty="0" err="1">
                <a:solidFill>
                  <a:schemeClr val="bg1"/>
                </a:solidFill>
                <a:latin typeface="-apple-system"/>
              </a:rPr>
              <a:t>sEntiment</a:t>
            </a:r>
            <a:r>
              <a:rPr lang="en-US" sz="1800" dirty="0">
                <a:solidFill>
                  <a:schemeClr val="bg1"/>
                </a:solidFill>
                <a:latin typeface="-apple-system"/>
              </a:rPr>
              <a:t> Reasoner) is a lexicon and rule-based sentiment analysis tool that is </a:t>
            </a:r>
            <a:r>
              <a:rPr lang="en-US" sz="1800" i="1" dirty="0">
                <a:solidFill>
                  <a:schemeClr val="bg1"/>
                </a:solidFill>
                <a:latin typeface="-apple-system"/>
              </a:rPr>
              <a:t>specifically attuned to sentiments expressed in social media</a:t>
            </a: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2F4385-04DE-7F8A-EE10-B83880ED9AA3}"/>
              </a:ext>
            </a:extLst>
          </p:cNvPr>
          <p:cNvSpPr>
            <a:spLocks noGrp="1"/>
          </p:cNvSpPr>
          <p:nvPr/>
        </p:nvSpPr>
        <p:spPr>
          <a:xfrm>
            <a:off x="718519" y="55179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dirty="0">
                <a:solidFill>
                  <a:srgbClr val="DFAFF3"/>
                </a:solidFill>
              </a:rPr>
              <a:t>What is Vader Lexicon ?</a:t>
            </a:r>
            <a:br>
              <a:rPr lang="en-IN" dirty="0">
                <a:solidFill>
                  <a:srgbClr val="DFAFF3"/>
                </a:solidFill>
              </a:rPr>
            </a:br>
            <a:endParaRPr lang="en-IN" dirty="0">
              <a:solidFill>
                <a:srgbClr val="DFAFF3"/>
              </a:solidFill>
            </a:endParaRP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FFAE804A-C3A4-D31E-6D86-F6EB2816F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306" y="2263355"/>
            <a:ext cx="5180162" cy="256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41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776833-AEF6-431A-B05E-40563AAEB04E}"/>
              </a:ext>
            </a:extLst>
          </p:cNvPr>
          <p:cNvSpPr txBox="1">
            <a:spLocks/>
          </p:cNvSpPr>
          <p:nvPr/>
        </p:nvSpPr>
        <p:spPr>
          <a:xfrm>
            <a:off x="177529" y="1773376"/>
            <a:ext cx="6030819" cy="122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Oswald"/>
              <a:buNone/>
              <a:defRPr sz="7200" b="0" i="0" u="none" strike="noStrike" cap="none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4800" b="1" cap="all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Rounded MT Bold"/>
              </a:rPr>
              <a:t>Code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E2B3C59F-8B67-42E2-BC3B-5B43C43BD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712" y="311031"/>
            <a:ext cx="6430991" cy="453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39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imeline&#10;&#10;Description automatically generated">
            <a:extLst>
              <a:ext uri="{FF2B5EF4-FFF2-40B4-BE49-F238E27FC236}">
                <a16:creationId xmlns:a16="http://schemas.microsoft.com/office/drawing/2014/main" id="{EB83BB4C-ADDD-2F80-7B2B-225712D22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371" y="305358"/>
            <a:ext cx="4026378" cy="4532781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3C20A126-420E-529A-B9B1-B34A8CDFAE9F}"/>
              </a:ext>
            </a:extLst>
          </p:cNvPr>
          <p:cNvSpPr>
            <a:spLocks noGrp="1"/>
          </p:cNvSpPr>
          <p:nvPr/>
        </p:nvSpPr>
        <p:spPr>
          <a:xfrm>
            <a:off x="571155" y="1283876"/>
            <a:ext cx="3580964" cy="1790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2800" b="0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400" b="1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Server </a:t>
            </a:r>
            <a:endParaRPr lang="en-US" sz="3600" b="1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400" b="1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and Client Architecture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53912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5412A-92A0-3DAD-9A0E-0AEC47DDD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000" y="1286935"/>
            <a:ext cx="4674000" cy="2461800"/>
          </a:xfrm>
        </p:spPr>
        <p:txBody>
          <a:bodyPr/>
          <a:lstStyle/>
          <a:p>
            <a:r>
              <a:rPr lang="en-US" sz="6000" b="1" dirty="0">
                <a:solidFill>
                  <a:srgbClr val="DFAFF3"/>
                </a:solidFill>
                <a:latin typeface="Cambria"/>
              </a:rPr>
              <a:t>Prototype</a:t>
            </a:r>
          </a:p>
        </p:txBody>
      </p:sp>
    </p:spTree>
    <p:extLst>
      <p:ext uri="{BB962C8B-B14F-4D97-AF65-F5344CB8AC3E}">
        <p14:creationId xmlns:p14="http://schemas.microsoft.com/office/powerpoint/2010/main" val="3503878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50898FD1-F844-2EBB-5D06-D4BF68F29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523" y="301605"/>
            <a:ext cx="4630227" cy="43461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05DB6E-5D3C-ECBB-808E-550D8F88F0F2}"/>
              </a:ext>
            </a:extLst>
          </p:cNvPr>
          <p:cNvSpPr txBox="1"/>
          <p:nvPr/>
        </p:nvSpPr>
        <p:spPr>
          <a:xfrm>
            <a:off x="1054579" y="1480509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Login</a:t>
            </a:r>
          </a:p>
          <a:p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Screen </a:t>
            </a:r>
          </a:p>
        </p:txBody>
      </p:sp>
    </p:spTree>
    <p:extLst>
      <p:ext uri="{BB962C8B-B14F-4D97-AF65-F5344CB8AC3E}">
        <p14:creationId xmlns:p14="http://schemas.microsoft.com/office/powerpoint/2010/main" val="2825991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8E292EA-EED5-FD49-56FB-4E2EB91BD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4821" y="1944699"/>
            <a:ext cx="4674000" cy="2461800"/>
          </a:xfrm>
        </p:spPr>
        <p:txBody>
          <a:bodyPr/>
          <a:lstStyle/>
          <a:p>
            <a:pPr algn="ctr"/>
            <a:r>
              <a:rPr lang="en-US" sz="6000" b="1" dirty="0">
                <a:solidFill>
                  <a:srgbClr val="DFAFF3"/>
                </a:solidFill>
                <a:latin typeface="Cambria"/>
              </a:rPr>
              <a:t>Platform</a:t>
            </a:r>
          </a:p>
        </p:txBody>
      </p:sp>
    </p:spTree>
    <p:extLst>
      <p:ext uri="{BB962C8B-B14F-4D97-AF65-F5344CB8AC3E}">
        <p14:creationId xmlns:p14="http://schemas.microsoft.com/office/powerpoint/2010/main" val="776682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25ADD466-DA8B-9727-6875-3390B67F5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24" y="210387"/>
            <a:ext cx="7768085" cy="456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91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>
            <a:extLst>
              <a:ext uri="{FF2B5EF4-FFF2-40B4-BE49-F238E27FC236}">
                <a16:creationId xmlns:a16="http://schemas.microsoft.com/office/drawing/2014/main" id="{83E184D1-2F19-A762-9E2F-8B08824CF0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17" r="-1" b="-1"/>
          <a:stretch/>
        </p:blipFill>
        <p:spPr>
          <a:xfrm>
            <a:off x="2131074" y="2571750"/>
            <a:ext cx="2224409" cy="2224408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0E2BCA-334E-0ACF-F1EC-56EFB85952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32" r="3" b="3"/>
          <a:stretch/>
        </p:blipFill>
        <p:spPr>
          <a:xfrm>
            <a:off x="176650" y="756787"/>
            <a:ext cx="2472417" cy="247241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9A66E8-A2D2-3DEE-13CD-D0D675504594}"/>
              </a:ext>
            </a:extLst>
          </p:cNvPr>
          <p:cNvSpPr txBox="1">
            <a:spLocks/>
          </p:cNvSpPr>
          <p:nvPr/>
        </p:nvSpPr>
        <p:spPr>
          <a:xfrm>
            <a:off x="4406091" y="2043840"/>
            <a:ext cx="4620753" cy="6647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4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62E4143F-711F-581C-0138-D62D049A0A2D}"/>
              </a:ext>
            </a:extLst>
          </p:cNvPr>
          <p:cNvSpPr txBox="1"/>
          <p:nvPr/>
        </p:nvSpPr>
        <p:spPr>
          <a:xfrm>
            <a:off x="4503623" y="2572974"/>
            <a:ext cx="3912879" cy="3263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altLang="en-US" sz="2000" kern="1200" dirty="0">
              <a:solidFill>
                <a:schemeClr val="bg1"/>
              </a:solidFill>
              <a:latin typeface="+mn-lt"/>
              <a:ea typeface="+mn-ea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Venkatakrishnan R  -  20078</a:t>
            </a:r>
            <a:endParaRPr lang="en-US" altLang="en-US" sz="2000" kern="1200" dirty="0">
              <a:solidFill>
                <a:schemeClr val="bg1"/>
              </a:solidFill>
              <a:latin typeface="+mn-lt"/>
              <a:ea typeface="+mn-ea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M.Phani</a:t>
            </a:r>
            <a:r>
              <a:rPr lang="en-US" alt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Shanmukh -  20040</a:t>
            </a:r>
            <a:endParaRPr lang="en-US" altLang="en-US" sz="2000" kern="1200" dirty="0">
              <a:solidFill>
                <a:schemeClr val="bg1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3393954"/>
      </p:ext>
    </p:extLst>
  </p:cSld>
  <p:clrMapOvr>
    <a:masterClrMapping/>
  </p:clrMapOvr>
</p:sld>
</file>

<file path=ppt/theme/theme1.xml><?xml version="1.0" encoding="utf-8"?>
<a:theme xmlns:a="http://schemas.openxmlformats.org/drawingml/2006/main" name="Software Development Bussines Plan by Slidesgo">
  <a:themeElements>
    <a:clrScheme name="Simple Light">
      <a:dk1>
        <a:srgbClr val="CEF3F5"/>
      </a:dk1>
      <a:lt1>
        <a:srgbClr val="FFFFFF"/>
      </a:lt1>
      <a:dk2>
        <a:srgbClr val="0A1D42"/>
      </a:dk2>
      <a:lt2>
        <a:srgbClr val="29272C"/>
      </a:lt2>
      <a:accent1>
        <a:srgbClr val="C8AEF8"/>
      </a:accent1>
      <a:accent2>
        <a:srgbClr val="878FFF"/>
      </a:accent2>
      <a:accent3>
        <a:srgbClr val="9154F8"/>
      </a:accent3>
      <a:accent4>
        <a:srgbClr val="35C2DF"/>
      </a:accent4>
      <a:accent5>
        <a:srgbClr val="CA7BEB"/>
      </a:accent5>
      <a:accent6>
        <a:srgbClr val="972CB4"/>
      </a:accent6>
      <a:hlink>
        <a:srgbClr val="CEF3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72</Words>
  <Application>Microsoft Office PowerPoint</Application>
  <PresentationFormat>On-screen Show (16:9)</PresentationFormat>
  <Paragraphs>23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Software Development Bussines Plan by Slidesgo</vt:lpstr>
      <vt:lpstr>SENTIMENTAL ANALYSIS  In Social Server  </vt:lpstr>
      <vt:lpstr>PowerPoint Presentation</vt:lpstr>
      <vt:lpstr>PowerPoint Presentation</vt:lpstr>
      <vt:lpstr>PowerPoint Presentation</vt:lpstr>
      <vt:lpstr>PowerPoint Presentation</vt:lpstr>
      <vt:lpstr>Prototype</vt:lpstr>
      <vt:lpstr>PowerPoint Presentation</vt:lpstr>
      <vt:lpstr>Platform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</dc:title>
  <dc:creator/>
  <cp:lastModifiedBy>Microsoft account</cp:lastModifiedBy>
  <cp:revision>155</cp:revision>
  <dcterms:created xsi:type="dcterms:W3CDTF">2021-10-21T17:53:00Z</dcterms:created>
  <dcterms:modified xsi:type="dcterms:W3CDTF">2022-04-14T17:55:38Z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B9BC31FC576846248B3032F5FBEFD184</vt:lpwstr>
  </property>
  <property fmtid="{D5CDD505-2E9C-101B-9397-08002B2CF9AE}" pid="3" name="KSOProductBuildVer">
    <vt:lpwstr>1033-11.2.0.10323</vt:lpwstr>
  </property>
</Properties>
</file>